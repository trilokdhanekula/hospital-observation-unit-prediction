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</p:sldIdLst>
  <p:sldSz cx="18288000" cy="10287000"/>
  <p:notesSz cx="6858000" cy="9144000"/>
  <p:embeddedFontLst>
    <p:embeddedFont>
      <p:font typeface="TAN Headline" charset="1" panose="00000000000000000000"/>
      <p:regular r:id="rId21"/>
    </p:embeddedFont>
    <p:embeddedFont>
      <p:font typeface="Coco Gothic Bold" charset="1" panose="00000000000000000000"/>
      <p:regular r:id="rId22"/>
    </p:embeddedFont>
    <p:embeddedFont>
      <p:font typeface="Coco Gothic" charset="1" panose="00000000000000000000"/>
      <p:regular r:id="rId23"/>
    </p:embeddedFont>
    <p:embeddedFont>
      <p:font typeface="DM Sans Bold" charset="1" panose="00000000000000000000"/>
      <p:regular r:id="rId24"/>
    </p:embeddedFont>
    <p:embeddedFont>
      <p:font typeface="DM Sans" charset="1" panose="00000000000000000000"/>
      <p:regular r:id="rId2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23" Target="fonts/font23.fntdata" Type="http://schemas.openxmlformats.org/officeDocument/2006/relationships/font"/><Relationship Id="rId24" Target="fonts/font24.fntdata" Type="http://schemas.openxmlformats.org/officeDocument/2006/relationships/font"/><Relationship Id="rId25" Target="fonts/font25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svg" Type="http://schemas.openxmlformats.org/officeDocument/2006/relationships/image"/><Relationship Id="rId12" Target="../media/image11.png" Type="http://schemas.openxmlformats.org/officeDocument/2006/relationships/image"/><Relationship Id="rId13" Target="../media/image12.svg" Type="http://schemas.openxmlformats.org/officeDocument/2006/relationships/image"/><Relationship Id="rId14" Target="../media/image13.png" Type="http://schemas.openxmlformats.org/officeDocument/2006/relationships/image"/><Relationship Id="rId15" Target="../media/image14.svg" Type="http://schemas.openxmlformats.org/officeDocument/2006/relationships/image"/><Relationship Id="rId16" Target="../media/image15.png" Type="http://schemas.openxmlformats.org/officeDocument/2006/relationships/image"/><Relationship Id="rId17" Target="../media/image16.svg" Type="http://schemas.openxmlformats.org/officeDocument/2006/relationships/image"/><Relationship Id="rId18" Target="../media/image17.png" Type="http://schemas.openxmlformats.org/officeDocument/2006/relationships/image"/><Relationship Id="rId19" Target="../media/image18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9.png" Type="http://schemas.openxmlformats.org/officeDocument/2006/relationships/image"/><Relationship Id="rId5" Target="../media/image20.svg" Type="http://schemas.openxmlformats.org/officeDocument/2006/relationships/image"/><Relationship Id="rId6" Target="../media/image21.png" Type="http://schemas.openxmlformats.org/officeDocument/2006/relationships/image"/><Relationship Id="rId7" Target="../media/image22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9.png" Type="http://schemas.openxmlformats.org/officeDocument/2006/relationships/image"/><Relationship Id="rId5" Target="../media/image20.svg" Type="http://schemas.openxmlformats.org/officeDocument/2006/relationships/image"/><Relationship Id="rId6" Target="../media/image23.png" Type="http://schemas.openxmlformats.org/officeDocument/2006/relationships/image"/><Relationship Id="rId7" Target="../media/image24.svg" Type="http://schemas.openxmlformats.org/officeDocument/2006/relationships/image"/><Relationship Id="rId8" Target="../media/image25.png" Type="http://schemas.openxmlformats.org/officeDocument/2006/relationships/image"/><Relationship Id="rId9" Target="../media/image26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9.png" Type="http://schemas.openxmlformats.org/officeDocument/2006/relationships/image"/><Relationship Id="rId5" Target="../media/image20.svg" Type="http://schemas.openxmlformats.org/officeDocument/2006/relationships/image"/><Relationship Id="rId6" Target="../media/image27.png" Type="http://schemas.openxmlformats.org/officeDocument/2006/relationships/image"/><Relationship Id="rId7" Target="../media/image28.svg" Type="http://schemas.openxmlformats.org/officeDocument/2006/relationships/image"/><Relationship Id="rId8" Target="../media/image29.png" Type="http://schemas.openxmlformats.org/officeDocument/2006/relationships/image"/><Relationship Id="rId9" Target="../media/image30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9.png" Type="http://schemas.openxmlformats.org/officeDocument/2006/relationships/image"/><Relationship Id="rId3" Target="../media/image20.svg" Type="http://schemas.openxmlformats.org/officeDocument/2006/relationships/image"/><Relationship Id="rId4" Target="../media/image1.png" Type="http://schemas.openxmlformats.org/officeDocument/2006/relationships/image"/><Relationship Id="rId5" Target="../media/image2.svg" Type="http://schemas.openxmlformats.org/officeDocument/2006/relationships/image"/><Relationship Id="rId6" Target="../media/image31.jpeg" Type="http://schemas.openxmlformats.org/officeDocument/2006/relationships/image"/><Relationship Id="rId7" Target="../media/image32.png" Type="http://schemas.openxmlformats.org/officeDocument/2006/relationships/image"/><Relationship Id="rId8" Target="../media/image33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4.png" Type="http://schemas.openxmlformats.org/officeDocument/2006/relationships/image"/><Relationship Id="rId5" Target="../media/image35.png" Type="http://schemas.openxmlformats.org/officeDocument/2006/relationships/image"/><Relationship Id="rId6" Target="../media/image36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9.png" Type="http://schemas.openxmlformats.org/officeDocument/2006/relationships/image"/><Relationship Id="rId5" Target="../media/image20.svg" Type="http://schemas.openxmlformats.org/officeDocument/2006/relationships/image"/><Relationship Id="rId6" Target="../media/image11.png" Type="http://schemas.openxmlformats.org/officeDocument/2006/relationships/image"/><Relationship Id="rId7" Target="../media/image12.svg" Type="http://schemas.openxmlformats.org/officeDocument/2006/relationships/image"/><Relationship Id="rId8" Target="../media/image13.png" Type="http://schemas.openxmlformats.org/officeDocument/2006/relationships/image"/><Relationship Id="rId9" Target="../media/image14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9.png" Type="http://schemas.openxmlformats.org/officeDocument/2006/relationships/image"/><Relationship Id="rId5" Target="../media/image20.svg" Type="http://schemas.openxmlformats.org/officeDocument/2006/relationships/image"/><Relationship Id="rId6" Target="../media/image37.png" Type="http://schemas.openxmlformats.org/officeDocument/2006/relationships/image"/><Relationship Id="rId7" Target="../media/image38.svg" Type="http://schemas.openxmlformats.org/officeDocument/2006/relationships/image"/><Relationship Id="rId8" Target="../media/image17.png" Type="http://schemas.openxmlformats.org/officeDocument/2006/relationships/image"/><Relationship Id="rId9" Target="../media/image18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9.png" Type="http://schemas.openxmlformats.org/officeDocument/2006/relationships/image"/><Relationship Id="rId3" Target="../media/image40.svg" Type="http://schemas.openxmlformats.org/officeDocument/2006/relationships/image"/><Relationship Id="rId4" Target="../media/image41.png" Type="http://schemas.openxmlformats.org/officeDocument/2006/relationships/image"/><Relationship Id="rId5" Target="../media/image42.sv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9.png" Type="http://schemas.openxmlformats.org/officeDocument/2006/relationships/image"/><Relationship Id="rId5" Target="../media/image20.svg" Type="http://schemas.openxmlformats.org/officeDocument/2006/relationships/image"/><Relationship Id="rId6" Target="../media/image43.png" Type="http://schemas.openxmlformats.org/officeDocument/2006/relationships/image"/><Relationship Id="rId7" Target="../media/image44.sv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svg" Type="http://schemas.openxmlformats.org/officeDocument/2006/relationships/image"/><Relationship Id="rId12" Target="../media/image11.png" Type="http://schemas.openxmlformats.org/officeDocument/2006/relationships/image"/><Relationship Id="rId13" Target="../media/image12.svg" Type="http://schemas.openxmlformats.org/officeDocument/2006/relationships/image"/><Relationship Id="rId14" Target="../media/image13.png" Type="http://schemas.openxmlformats.org/officeDocument/2006/relationships/image"/><Relationship Id="rId15" Target="../media/image14.svg" Type="http://schemas.openxmlformats.org/officeDocument/2006/relationships/image"/><Relationship Id="rId16" Target="../media/image15.png" Type="http://schemas.openxmlformats.org/officeDocument/2006/relationships/image"/><Relationship Id="rId17" Target="../media/image16.svg" Type="http://schemas.openxmlformats.org/officeDocument/2006/relationships/image"/><Relationship Id="rId18" Target="../media/image17.png" Type="http://schemas.openxmlformats.org/officeDocument/2006/relationships/image"/><Relationship Id="rId19" Target="../media/image18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45.png" Type="http://schemas.openxmlformats.org/officeDocument/2006/relationships/image"/><Relationship Id="rId5" Target="../media/image46.png" Type="http://schemas.openxmlformats.org/officeDocument/2006/relationships/image"/><Relationship Id="rId6" Target="../media/image47.png" Type="http://schemas.openxmlformats.org/officeDocument/2006/relationships/image"/><Relationship Id="rId7" Target="../media/image48.png" Type="http://schemas.openxmlformats.org/officeDocument/2006/relationships/image"/><Relationship Id="rId8" Target="../media/image49.png" Type="http://schemas.openxmlformats.org/officeDocument/2006/relationships/image"/><Relationship Id="rId9" Target="../media/image50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1.png" Type="http://schemas.openxmlformats.org/officeDocument/2006/relationships/image"/><Relationship Id="rId3" Target="../media/image52.png" Type="http://schemas.openxmlformats.org/officeDocument/2006/relationships/image"/><Relationship Id="rId4" Target="../media/image53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4.png" Type="http://schemas.openxmlformats.org/officeDocument/2006/relationships/image"/><Relationship Id="rId3" Target="../media/image55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6.png" Type="http://schemas.openxmlformats.org/officeDocument/2006/relationships/image"/><Relationship Id="rId3" Target="../media/image57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0F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591004">
            <a:off x="9581993" y="1000174"/>
            <a:ext cx="9743832" cy="10202966"/>
          </a:xfrm>
          <a:custGeom>
            <a:avLst/>
            <a:gdLst/>
            <a:ahLst/>
            <a:cxnLst/>
            <a:rect r="r" b="b" t="t" l="l"/>
            <a:pathLst>
              <a:path h="10202966" w="9743832">
                <a:moveTo>
                  <a:pt x="0" y="0"/>
                </a:moveTo>
                <a:lnTo>
                  <a:pt x="9743832" y="0"/>
                </a:lnTo>
                <a:lnTo>
                  <a:pt x="9743832" y="10202966"/>
                </a:lnTo>
                <a:lnTo>
                  <a:pt x="0" y="102029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5755965">
            <a:off x="-1305642" y="731692"/>
            <a:ext cx="9743832" cy="10202966"/>
          </a:xfrm>
          <a:custGeom>
            <a:avLst/>
            <a:gdLst/>
            <a:ahLst/>
            <a:cxnLst/>
            <a:rect r="r" b="b" t="t" l="l"/>
            <a:pathLst>
              <a:path h="10202966" w="9743832">
                <a:moveTo>
                  <a:pt x="0" y="0"/>
                </a:moveTo>
                <a:lnTo>
                  <a:pt x="9743832" y="0"/>
                </a:lnTo>
                <a:lnTo>
                  <a:pt x="9743832" y="10202966"/>
                </a:lnTo>
                <a:lnTo>
                  <a:pt x="0" y="102029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false" rot="0">
            <a:off x="1844355" y="5705171"/>
            <a:ext cx="14599291" cy="9163657"/>
          </a:xfrm>
          <a:custGeom>
            <a:avLst/>
            <a:gdLst/>
            <a:ahLst/>
            <a:cxnLst/>
            <a:rect r="r" b="b" t="t" l="l"/>
            <a:pathLst>
              <a:path h="9163657" w="14599291">
                <a:moveTo>
                  <a:pt x="14599290" y="0"/>
                </a:moveTo>
                <a:lnTo>
                  <a:pt x="0" y="0"/>
                </a:lnTo>
                <a:lnTo>
                  <a:pt x="0" y="9163658"/>
                </a:lnTo>
                <a:lnTo>
                  <a:pt x="14599290" y="9163658"/>
                </a:lnTo>
                <a:lnTo>
                  <a:pt x="1459929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5216366" y="5042801"/>
            <a:ext cx="4127261" cy="5717869"/>
          </a:xfrm>
          <a:custGeom>
            <a:avLst/>
            <a:gdLst/>
            <a:ahLst/>
            <a:cxnLst/>
            <a:rect r="r" b="b" t="t" l="l"/>
            <a:pathLst>
              <a:path h="5717869" w="4127261">
                <a:moveTo>
                  <a:pt x="0" y="0"/>
                </a:moveTo>
                <a:lnTo>
                  <a:pt x="4127262" y="0"/>
                </a:lnTo>
                <a:lnTo>
                  <a:pt x="4127262" y="5717869"/>
                </a:lnTo>
                <a:lnTo>
                  <a:pt x="0" y="571786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9144000" y="4573289"/>
            <a:ext cx="4364916" cy="6187381"/>
          </a:xfrm>
          <a:custGeom>
            <a:avLst/>
            <a:gdLst/>
            <a:ahLst/>
            <a:cxnLst/>
            <a:rect r="r" b="b" t="t" l="l"/>
            <a:pathLst>
              <a:path h="6187381" w="4364916">
                <a:moveTo>
                  <a:pt x="0" y="0"/>
                </a:moveTo>
                <a:lnTo>
                  <a:pt x="4364916" y="0"/>
                </a:lnTo>
                <a:lnTo>
                  <a:pt x="4364916" y="6187381"/>
                </a:lnTo>
                <a:lnTo>
                  <a:pt x="0" y="6187381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487407" y="6174334"/>
            <a:ext cx="3531385" cy="3815463"/>
          </a:xfrm>
          <a:custGeom>
            <a:avLst/>
            <a:gdLst/>
            <a:ahLst/>
            <a:cxnLst/>
            <a:rect r="r" b="b" t="t" l="l"/>
            <a:pathLst>
              <a:path h="3815463" w="3531385">
                <a:moveTo>
                  <a:pt x="0" y="0"/>
                </a:moveTo>
                <a:lnTo>
                  <a:pt x="3531386" y="0"/>
                </a:lnTo>
                <a:lnTo>
                  <a:pt x="3531386" y="3815463"/>
                </a:lnTo>
                <a:lnTo>
                  <a:pt x="0" y="3815463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true" flipV="false" rot="0">
            <a:off x="12543402" y="6083768"/>
            <a:ext cx="3531385" cy="3815463"/>
          </a:xfrm>
          <a:custGeom>
            <a:avLst/>
            <a:gdLst/>
            <a:ahLst/>
            <a:cxnLst/>
            <a:rect r="r" b="b" t="t" l="l"/>
            <a:pathLst>
              <a:path h="3815463" w="3531385">
                <a:moveTo>
                  <a:pt x="3531386" y="0"/>
                </a:moveTo>
                <a:lnTo>
                  <a:pt x="0" y="0"/>
                </a:lnTo>
                <a:lnTo>
                  <a:pt x="0" y="3815463"/>
                </a:lnTo>
                <a:lnTo>
                  <a:pt x="3531386" y="3815463"/>
                </a:lnTo>
                <a:lnTo>
                  <a:pt x="3531386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-436655" y="1657320"/>
            <a:ext cx="3778768" cy="3807323"/>
          </a:xfrm>
          <a:custGeom>
            <a:avLst/>
            <a:gdLst/>
            <a:ahLst/>
            <a:cxnLst/>
            <a:rect r="r" b="b" t="t" l="l"/>
            <a:pathLst>
              <a:path h="3807323" w="3778768">
                <a:moveTo>
                  <a:pt x="0" y="0"/>
                </a:moveTo>
                <a:lnTo>
                  <a:pt x="3778768" y="0"/>
                </a:lnTo>
                <a:lnTo>
                  <a:pt x="3778768" y="3807323"/>
                </a:lnTo>
                <a:lnTo>
                  <a:pt x="0" y="3807323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538390" y="606533"/>
            <a:ext cx="1828678" cy="1399770"/>
          </a:xfrm>
          <a:custGeom>
            <a:avLst/>
            <a:gdLst/>
            <a:ahLst/>
            <a:cxnLst/>
            <a:rect r="r" b="b" t="t" l="l"/>
            <a:pathLst>
              <a:path h="1399770" w="1828678">
                <a:moveTo>
                  <a:pt x="0" y="0"/>
                </a:moveTo>
                <a:lnTo>
                  <a:pt x="1828678" y="0"/>
                </a:lnTo>
                <a:lnTo>
                  <a:pt x="1828678" y="1399770"/>
                </a:lnTo>
                <a:lnTo>
                  <a:pt x="0" y="1399770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1" id="11"/>
          <p:cNvGrpSpPr/>
          <p:nvPr/>
        </p:nvGrpSpPr>
        <p:grpSpPr>
          <a:xfrm rot="0">
            <a:off x="4460558" y="573066"/>
            <a:ext cx="627698" cy="634365"/>
            <a:chOff x="0" y="0"/>
            <a:chExt cx="836930" cy="84582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45720" y="48260"/>
              <a:ext cx="746760" cy="748030"/>
            </a:xfrm>
            <a:custGeom>
              <a:avLst/>
              <a:gdLst/>
              <a:ahLst/>
              <a:cxnLst/>
              <a:rect r="r" b="b" t="t" l="l"/>
              <a:pathLst>
                <a:path h="748030" w="746760">
                  <a:moveTo>
                    <a:pt x="541020" y="712470"/>
                  </a:moveTo>
                  <a:cubicBezTo>
                    <a:pt x="17780" y="205740"/>
                    <a:pt x="15240" y="201930"/>
                    <a:pt x="10160" y="186690"/>
                  </a:cubicBezTo>
                  <a:cubicBezTo>
                    <a:pt x="3810" y="163830"/>
                    <a:pt x="0" y="124460"/>
                    <a:pt x="8890" y="99060"/>
                  </a:cubicBezTo>
                  <a:cubicBezTo>
                    <a:pt x="16510" y="72390"/>
                    <a:pt x="38100" y="44450"/>
                    <a:pt x="59690" y="27940"/>
                  </a:cubicBezTo>
                  <a:cubicBezTo>
                    <a:pt x="82550" y="11430"/>
                    <a:pt x="116840" y="1270"/>
                    <a:pt x="143510" y="2540"/>
                  </a:cubicBezTo>
                  <a:cubicBezTo>
                    <a:pt x="171450" y="3810"/>
                    <a:pt x="207010" y="20320"/>
                    <a:pt x="226060" y="33020"/>
                  </a:cubicBezTo>
                  <a:cubicBezTo>
                    <a:pt x="240030" y="43180"/>
                    <a:pt x="247650" y="52070"/>
                    <a:pt x="255270" y="66040"/>
                  </a:cubicBezTo>
                  <a:cubicBezTo>
                    <a:pt x="266700" y="87630"/>
                    <a:pt x="275590" y="128270"/>
                    <a:pt x="275590" y="151130"/>
                  </a:cubicBezTo>
                  <a:cubicBezTo>
                    <a:pt x="275590" y="168910"/>
                    <a:pt x="273050" y="180340"/>
                    <a:pt x="265430" y="194310"/>
                  </a:cubicBezTo>
                  <a:cubicBezTo>
                    <a:pt x="254000" y="215900"/>
                    <a:pt x="229870" y="246380"/>
                    <a:pt x="205740" y="259080"/>
                  </a:cubicBezTo>
                  <a:cubicBezTo>
                    <a:pt x="181610" y="273050"/>
                    <a:pt x="143510" y="276860"/>
                    <a:pt x="120650" y="275590"/>
                  </a:cubicBezTo>
                  <a:cubicBezTo>
                    <a:pt x="102870" y="274320"/>
                    <a:pt x="91440" y="270510"/>
                    <a:pt x="77470" y="261620"/>
                  </a:cubicBezTo>
                  <a:cubicBezTo>
                    <a:pt x="57150" y="250190"/>
                    <a:pt x="27940" y="224790"/>
                    <a:pt x="16510" y="199390"/>
                  </a:cubicBezTo>
                  <a:cubicBezTo>
                    <a:pt x="3810" y="175260"/>
                    <a:pt x="0" y="139700"/>
                    <a:pt x="5080" y="113030"/>
                  </a:cubicBezTo>
                  <a:cubicBezTo>
                    <a:pt x="10160" y="86360"/>
                    <a:pt x="27940" y="55880"/>
                    <a:pt x="48260" y="36830"/>
                  </a:cubicBezTo>
                  <a:cubicBezTo>
                    <a:pt x="69850" y="19050"/>
                    <a:pt x="105410" y="6350"/>
                    <a:pt x="129540" y="2540"/>
                  </a:cubicBezTo>
                  <a:cubicBezTo>
                    <a:pt x="146050" y="0"/>
                    <a:pt x="157480" y="1270"/>
                    <a:pt x="173990" y="6350"/>
                  </a:cubicBezTo>
                  <a:cubicBezTo>
                    <a:pt x="195580" y="13970"/>
                    <a:pt x="214630" y="27940"/>
                    <a:pt x="246380" y="54610"/>
                  </a:cubicBezTo>
                  <a:cubicBezTo>
                    <a:pt x="337820" y="129540"/>
                    <a:pt x="645160" y="457200"/>
                    <a:pt x="708660" y="537210"/>
                  </a:cubicBezTo>
                  <a:cubicBezTo>
                    <a:pt x="726440" y="560070"/>
                    <a:pt x="734060" y="566420"/>
                    <a:pt x="739140" y="585470"/>
                  </a:cubicBezTo>
                  <a:cubicBezTo>
                    <a:pt x="745490" y="609600"/>
                    <a:pt x="746760" y="646430"/>
                    <a:pt x="736600" y="671830"/>
                  </a:cubicBezTo>
                  <a:cubicBezTo>
                    <a:pt x="726440" y="695960"/>
                    <a:pt x="698500" y="722630"/>
                    <a:pt x="676910" y="734060"/>
                  </a:cubicBezTo>
                  <a:cubicBezTo>
                    <a:pt x="659130" y="744220"/>
                    <a:pt x="641350" y="748030"/>
                    <a:pt x="621030" y="746760"/>
                  </a:cubicBezTo>
                  <a:cubicBezTo>
                    <a:pt x="595630" y="744220"/>
                    <a:pt x="541020" y="712470"/>
                    <a:pt x="541020" y="712470"/>
                  </a:cubicBezTo>
                </a:path>
              </a:pathLst>
            </a:custGeom>
            <a:solidFill>
              <a:srgbClr val="88A3CE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13" id="13"/>
          <p:cNvGrpSpPr/>
          <p:nvPr/>
        </p:nvGrpSpPr>
        <p:grpSpPr>
          <a:xfrm rot="0">
            <a:off x="5068253" y="483531"/>
            <a:ext cx="296228" cy="615315"/>
            <a:chOff x="0" y="0"/>
            <a:chExt cx="394970" cy="82042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48260" y="49530"/>
              <a:ext cx="311150" cy="722630"/>
            </a:xfrm>
            <a:custGeom>
              <a:avLst/>
              <a:gdLst/>
              <a:ahLst/>
              <a:cxnLst/>
              <a:rect r="r" b="b" t="t" l="l"/>
              <a:pathLst>
                <a:path h="722630" w="311150">
                  <a:moveTo>
                    <a:pt x="66040" y="626110"/>
                  </a:moveTo>
                  <a:cubicBezTo>
                    <a:pt x="2540" y="208280"/>
                    <a:pt x="11430" y="87630"/>
                    <a:pt x="33020" y="48260"/>
                  </a:cubicBezTo>
                  <a:cubicBezTo>
                    <a:pt x="40640" y="31750"/>
                    <a:pt x="49530" y="27940"/>
                    <a:pt x="63500" y="20320"/>
                  </a:cubicBezTo>
                  <a:cubicBezTo>
                    <a:pt x="83820" y="10160"/>
                    <a:pt x="118110" y="0"/>
                    <a:pt x="143510" y="2540"/>
                  </a:cubicBezTo>
                  <a:cubicBezTo>
                    <a:pt x="168910" y="5080"/>
                    <a:pt x="199390" y="19050"/>
                    <a:pt x="218440" y="36830"/>
                  </a:cubicBezTo>
                  <a:cubicBezTo>
                    <a:pt x="237490" y="53340"/>
                    <a:pt x="252730" y="82550"/>
                    <a:pt x="257810" y="107950"/>
                  </a:cubicBezTo>
                  <a:cubicBezTo>
                    <a:pt x="261620" y="133350"/>
                    <a:pt x="256540" y="166370"/>
                    <a:pt x="245110" y="189230"/>
                  </a:cubicBezTo>
                  <a:cubicBezTo>
                    <a:pt x="232410" y="212090"/>
                    <a:pt x="204470" y="234950"/>
                    <a:pt x="185420" y="246380"/>
                  </a:cubicBezTo>
                  <a:cubicBezTo>
                    <a:pt x="172720" y="254000"/>
                    <a:pt x="161290" y="256540"/>
                    <a:pt x="146050" y="257810"/>
                  </a:cubicBezTo>
                  <a:cubicBezTo>
                    <a:pt x="124460" y="257810"/>
                    <a:pt x="85090" y="250190"/>
                    <a:pt x="66040" y="240030"/>
                  </a:cubicBezTo>
                  <a:cubicBezTo>
                    <a:pt x="52070" y="233680"/>
                    <a:pt x="43180" y="226060"/>
                    <a:pt x="34290" y="214630"/>
                  </a:cubicBezTo>
                  <a:cubicBezTo>
                    <a:pt x="20320" y="196850"/>
                    <a:pt x="6350" y="160020"/>
                    <a:pt x="2540" y="138430"/>
                  </a:cubicBezTo>
                  <a:cubicBezTo>
                    <a:pt x="0" y="123190"/>
                    <a:pt x="1270" y="111760"/>
                    <a:pt x="7620" y="96520"/>
                  </a:cubicBezTo>
                  <a:cubicBezTo>
                    <a:pt x="13970" y="76200"/>
                    <a:pt x="31750" y="44450"/>
                    <a:pt x="52070" y="29210"/>
                  </a:cubicBezTo>
                  <a:cubicBezTo>
                    <a:pt x="72390" y="12700"/>
                    <a:pt x="107950" y="3810"/>
                    <a:pt x="129540" y="1270"/>
                  </a:cubicBezTo>
                  <a:cubicBezTo>
                    <a:pt x="146050" y="0"/>
                    <a:pt x="156210" y="2540"/>
                    <a:pt x="171450" y="7620"/>
                  </a:cubicBezTo>
                  <a:cubicBezTo>
                    <a:pt x="191770" y="16510"/>
                    <a:pt x="222250" y="35560"/>
                    <a:pt x="236220" y="57150"/>
                  </a:cubicBezTo>
                  <a:cubicBezTo>
                    <a:pt x="251460" y="78740"/>
                    <a:pt x="260350" y="110490"/>
                    <a:pt x="259080" y="135890"/>
                  </a:cubicBezTo>
                  <a:cubicBezTo>
                    <a:pt x="257810" y="161290"/>
                    <a:pt x="227330" y="210820"/>
                    <a:pt x="229870" y="212090"/>
                  </a:cubicBezTo>
                  <a:cubicBezTo>
                    <a:pt x="231140" y="213360"/>
                    <a:pt x="243840" y="182880"/>
                    <a:pt x="250190" y="185420"/>
                  </a:cubicBezTo>
                  <a:cubicBezTo>
                    <a:pt x="273050" y="191770"/>
                    <a:pt x="311150" y="562610"/>
                    <a:pt x="294640" y="636270"/>
                  </a:cubicBezTo>
                  <a:cubicBezTo>
                    <a:pt x="289560" y="661670"/>
                    <a:pt x="280670" y="670560"/>
                    <a:pt x="266700" y="684530"/>
                  </a:cubicBezTo>
                  <a:cubicBezTo>
                    <a:pt x="248920" y="701040"/>
                    <a:pt x="217170" y="717550"/>
                    <a:pt x="190500" y="720090"/>
                  </a:cubicBezTo>
                  <a:cubicBezTo>
                    <a:pt x="165100" y="722630"/>
                    <a:pt x="132080" y="712470"/>
                    <a:pt x="110490" y="695960"/>
                  </a:cubicBezTo>
                  <a:cubicBezTo>
                    <a:pt x="90170" y="680720"/>
                    <a:pt x="66040" y="626110"/>
                    <a:pt x="66040" y="626110"/>
                  </a:cubicBezTo>
                </a:path>
              </a:pathLst>
            </a:custGeom>
            <a:solidFill>
              <a:srgbClr val="88A3CE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15" id="15"/>
          <p:cNvGrpSpPr/>
          <p:nvPr/>
        </p:nvGrpSpPr>
        <p:grpSpPr>
          <a:xfrm rot="0">
            <a:off x="4470082" y="1228386"/>
            <a:ext cx="592455" cy="303847"/>
            <a:chOff x="0" y="0"/>
            <a:chExt cx="789940" cy="40513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48260" y="48260"/>
              <a:ext cx="692150" cy="309880"/>
            </a:xfrm>
            <a:custGeom>
              <a:avLst/>
              <a:gdLst/>
              <a:ahLst/>
              <a:cxnLst/>
              <a:rect r="r" b="b" t="t" l="l"/>
              <a:pathLst>
                <a:path h="309880" w="692150">
                  <a:moveTo>
                    <a:pt x="553720" y="278130"/>
                  </a:moveTo>
                  <a:cubicBezTo>
                    <a:pt x="351790" y="256540"/>
                    <a:pt x="271780" y="250190"/>
                    <a:pt x="234950" y="262890"/>
                  </a:cubicBezTo>
                  <a:cubicBezTo>
                    <a:pt x="214630" y="270510"/>
                    <a:pt x="210820" y="288290"/>
                    <a:pt x="191770" y="294640"/>
                  </a:cubicBezTo>
                  <a:cubicBezTo>
                    <a:pt x="170180" y="303530"/>
                    <a:pt x="133350" y="309880"/>
                    <a:pt x="106680" y="303530"/>
                  </a:cubicBezTo>
                  <a:cubicBezTo>
                    <a:pt x="80010" y="297180"/>
                    <a:pt x="49530" y="275590"/>
                    <a:pt x="33020" y="259080"/>
                  </a:cubicBezTo>
                  <a:cubicBezTo>
                    <a:pt x="21590" y="246380"/>
                    <a:pt x="16510" y="234950"/>
                    <a:pt x="11430" y="220980"/>
                  </a:cubicBezTo>
                  <a:cubicBezTo>
                    <a:pt x="6350" y="207010"/>
                    <a:pt x="1270" y="194310"/>
                    <a:pt x="2540" y="177800"/>
                  </a:cubicBezTo>
                  <a:cubicBezTo>
                    <a:pt x="3810" y="154940"/>
                    <a:pt x="10160" y="118110"/>
                    <a:pt x="26670" y="95250"/>
                  </a:cubicBezTo>
                  <a:cubicBezTo>
                    <a:pt x="41910" y="73660"/>
                    <a:pt x="69850" y="52070"/>
                    <a:pt x="95250" y="44450"/>
                  </a:cubicBezTo>
                  <a:cubicBezTo>
                    <a:pt x="120650" y="35560"/>
                    <a:pt x="158750" y="39370"/>
                    <a:pt x="181610" y="45720"/>
                  </a:cubicBezTo>
                  <a:cubicBezTo>
                    <a:pt x="196850" y="49530"/>
                    <a:pt x="207010" y="54610"/>
                    <a:pt x="219710" y="66040"/>
                  </a:cubicBezTo>
                  <a:cubicBezTo>
                    <a:pt x="236220" y="81280"/>
                    <a:pt x="260350" y="111760"/>
                    <a:pt x="266700" y="137160"/>
                  </a:cubicBezTo>
                  <a:cubicBezTo>
                    <a:pt x="274320" y="163830"/>
                    <a:pt x="271780" y="198120"/>
                    <a:pt x="261620" y="223520"/>
                  </a:cubicBezTo>
                  <a:cubicBezTo>
                    <a:pt x="251460" y="248920"/>
                    <a:pt x="228600" y="274320"/>
                    <a:pt x="205740" y="288290"/>
                  </a:cubicBezTo>
                  <a:cubicBezTo>
                    <a:pt x="181610" y="302260"/>
                    <a:pt x="148590" y="309880"/>
                    <a:pt x="120650" y="306070"/>
                  </a:cubicBezTo>
                  <a:cubicBezTo>
                    <a:pt x="93980" y="303530"/>
                    <a:pt x="63500" y="288290"/>
                    <a:pt x="43180" y="269240"/>
                  </a:cubicBezTo>
                  <a:cubicBezTo>
                    <a:pt x="24130" y="250190"/>
                    <a:pt x="8890" y="215900"/>
                    <a:pt x="3810" y="193040"/>
                  </a:cubicBezTo>
                  <a:cubicBezTo>
                    <a:pt x="0" y="176530"/>
                    <a:pt x="0" y="165100"/>
                    <a:pt x="3810" y="148590"/>
                  </a:cubicBezTo>
                  <a:cubicBezTo>
                    <a:pt x="10160" y="127000"/>
                    <a:pt x="29210" y="93980"/>
                    <a:pt x="45720" y="73660"/>
                  </a:cubicBezTo>
                  <a:cubicBezTo>
                    <a:pt x="59690" y="55880"/>
                    <a:pt x="71120" y="43180"/>
                    <a:pt x="93980" y="31750"/>
                  </a:cubicBezTo>
                  <a:cubicBezTo>
                    <a:pt x="132080" y="13970"/>
                    <a:pt x="207010" y="6350"/>
                    <a:pt x="264160" y="2540"/>
                  </a:cubicBezTo>
                  <a:cubicBezTo>
                    <a:pt x="322580" y="0"/>
                    <a:pt x="383540" y="7620"/>
                    <a:pt x="441960" y="15240"/>
                  </a:cubicBezTo>
                  <a:cubicBezTo>
                    <a:pt x="501650" y="22860"/>
                    <a:pt x="575310" y="27940"/>
                    <a:pt x="617220" y="49530"/>
                  </a:cubicBezTo>
                  <a:cubicBezTo>
                    <a:pt x="645160" y="63500"/>
                    <a:pt x="666750" y="86360"/>
                    <a:pt x="678180" y="106680"/>
                  </a:cubicBezTo>
                  <a:cubicBezTo>
                    <a:pt x="688340" y="124460"/>
                    <a:pt x="692150" y="143510"/>
                    <a:pt x="690880" y="162560"/>
                  </a:cubicBezTo>
                  <a:cubicBezTo>
                    <a:pt x="688340" y="186690"/>
                    <a:pt x="674370" y="222250"/>
                    <a:pt x="657860" y="241300"/>
                  </a:cubicBezTo>
                  <a:cubicBezTo>
                    <a:pt x="645160" y="256540"/>
                    <a:pt x="627380" y="266700"/>
                    <a:pt x="610870" y="273050"/>
                  </a:cubicBezTo>
                  <a:cubicBezTo>
                    <a:pt x="593090" y="278130"/>
                    <a:pt x="553720" y="278130"/>
                    <a:pt x="553720" y="278130"/>
                  </a:cubicBezTo>
                </a:path>
              </a:pathLst>
            </a:custGeom>
            <a:solidFill>
              <a:srgbClr val="88A3CE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17" id="17"/>
          <p:cNvGrpSpPr/>
          <p:nvPr/>
        </p:nvGrpSpPr>
        <p:grpSpPr>
          <a:xfrm rot="-5466542">
            <a:off x="13171488" y="957477"/>
            <a:ext cx="552469" cy="522858"/>
            <a:chOff x="0" y="0"/>
            <a:chExt cx="900430" cy="85217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45720" y="48260"/>
              <a:ext cx="807720" cy="755650"/>
            </a:xfrm>
            <a:custGeom>
              <a:avLst/>
              <a:gdLst/>
              <a:ahLst/>
              <a:cxnLst/>
              <a:rect r="r" b="b" t="t" l="l"/>
              <a:pathLst>
                <a:path h="755650" w="807720">
                  <a:moveTo>
                    <a:pt x="208280" y="41910"/>
                  </a:moveTo>
                  <a:cubicBezTo>
                    <a:pt x="571500" y="396240"/>
                    <a:pt x="746760" y="495300"/>
                    <a:pt x="786130" y="544830"/>
                  </a:cubicBezTo>
                  <a:cubicBezTo>
                    <a:pt x="798830" y="561340"/>
                    <a:pt x="800100" y="568960"/>
                    <a:pt x="802640" y="585470"/>
                  </a:cubicBezTo>
                  <a:cubicBezTo>
                    <a:pt x="806450" y="608330"/>
                    <a:pt x="805180" y="646430"/>
                    <a:pt x="795020" y="671830"/>
                  </a:cubicBezTo>
                  <a:cubicBezTo>
                    <a:pt x="783590" y="697230"/>
                    <a:pt x="759460" y="722630"/>
                    <a:pt x="735330" y="735330"/>
                  </a:cubicBezTo>
                  <a:cubicBezTo>
                    <a:pt x="711200" y="749300"/>
                    <a:pt x="676910" y="755650"/>
                    <a:pt x="650240" y="750570"/>
                  </a:cubicBezTo>
                  <a:cubicBezTo>
                    <a:pt x="622300" y="746760"/>
                    <a:pt x="591820" y="731520"/>
                    <a:pt x="572770" y="711200"/>
                  </a:cubicBezTo>
                  <a:cubicBezTo>
                    <a:pt x="553720" y="692150"/>
                    <a:pt x="539750" y="655320"/>
                    <a:pt x="534670" y="632460"/>
                  </a:cubicBezTo>
                  <a:cubicBezTo>
                    <a:pt x="532130" y="615950"/>
                    <a:pt x="533400" y="603250"/>
                    <a:pt x="537210" y="589280"/>
                  </a:cubicBezTo>
                  <a:cubicBezTo>
                    <a:pt x="539750" y="574040"/>
                    <a:pt x="543560" y="561340"/>
                    <a:pt x="552450" y="547370"/>
                  </a:cubicBezTo>
                  <a:cubicBezTo>
                    <a:pt x="566420" y="528320"/>
                    <a:pt x="593090" y="501650"/>
                    <a:pt x="618490" y="490220"/>
                  </a:cubicBezTo>
                  <a:cubicBezTo>
                    <a:pt x="643890" y="480060"/>
                    <a:pt x="681990" y="480060"/>
                    <a:pt x="704850" y="485140"/>
                  </a:cubicBezTo>
                  <a:cubicBezTo>
                    <a:pt x="721360" y="487680"/>
                    <a:pt x="731520" y="492760"/>
                    <a:pt x="745490" y="502920"/>
                  </a:cubicBezTo>
                  <a:cubicBezTo>
                    <a:pt x="763270" y="516890"/>
                    <a:pt x="789940" y="544830"/>
                    <a:pt x="798830" y="571500"/>
                  </a:cubicBezTo>
                  <a:cubicBezTo>
                    <a:pt x="807720" y="596900"/>
                    <a:pt x="807720" y="632460"/>
                    <a:pt x="800100" y="657860"/>
                  </a:cubicBezTo>
                  <a:cubicBezTo>
                    <a:pt x="791210" y="684530"/>
                    <a:pt x="770890" y="712470"/>
                    <a:pt x="748030" y="727710"/>
                  </a:cubicBezTo>
                  <a:cubicBezTo>
                    <a:pt x="725170" y="744220"/>
                    <a:pt x="688340" y="751840"/>
                    <a:pt x="664210" y="751840"/>
                  </a:cubicBezTo>
                  <a:cubicBezTo>
                    <a:pt x="647700" y="753110"/>
                    <a:pt x="638810" y="749300"/>
                    <a:pt x="621030" y="742950"/>
                  </a:cubicBezTo>
                  <a:cubicBezTo>
                    <a:pt x="594360" y="732790"/>
                    <a:pt x="552450" y="708660"/>
                    <a:pt x="518160" y="684530"/>
                  </a:cubicBezTo>
                  <a:cubicBezTo>
                    <a:pt x="481330" y="659130"/>
                    <a:pt x="450850" y="635000"/>
                    <a:pt x="407670" y="594360"/>
                  </a:cubicBezTo>
                  <a:cubicBezTo>
                    <a:pt x="335280" y="530860"/>
                    <a:pt x="210820" y="405130"/>
                    <a:pt x="139700" y="326390"/>
                  </a:cubicBezTo>
                  <a:cubicBezTo>
                    <a:pt x="87630" y="270510"/>
                    <a:pt x="33020" y="220980"/>
                    <a:pt x="13970" y="175260"/>
                  </a:cubicBezTo>
                  <a:cubicBezTo>
                    <a:pt x="1270" y="144780"/>
                    <a:pt x="0" y="115570"/>
                    <a:pt x="5080" y="91440"/>
                  </a:cubicBezTo>
                  <a:cubicBezTo>
                    <a:pt x="7620" y="72390"/>
                    <a:pt x="19050" y="54610"/>
                    <a:pt x="30480" y="41910"/>
                  </a:cubicBezTo>
                  <a:cubicBezTo>
                    <a:pt x="43180" y="27940"/>
                    <a:pt x="60960" y="16510"/>
                    <a:pt x="77470" y="10160"/>
                  </a:cubicBezTo>
                  <a:cubicBezTo>
                    <a:pt x="95250" y="2540"/>
                    <a:pt x="114300" y="0"/>
                    <a:pt x="134620" y="2540"/>
                  </a:cubicBezTo>
                  <a:cubicBezTo>
                    <a:pt x="157480" y="7620"/>
                    <a:pt x="208280" y="41910"/>
                    <a:pt x="208280" y="41910"/>
                  </a:cubicBezTo>
                </a:path>
              </a:pathLst>
            </a:custGeom>
            <a:solidFill>
              <a:srgbClr val="88A3CE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19" id="19"/>
          <p:cNvGrpSpPr/>
          <p:nvPr/>
        </p:nvGrpSpPr>
        <p:grpSpPr>
          <a:xfrm rot="-5466542">
            <a:off x="12755985" y="971838"/>
            <a:ext cx="621819" cy="241559"/>
            <a:chOff x="0" y="0"/>
            <a:chExt cx="1013460" cy="3937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49530" y="46990"/>
              <a:ext cx="918210" cy="308610"/>
            </a:xfrm>
            <a:custGeom>
              <a:avLst/>
              <a:gdLst/>
              <a:ahLst/>
              <a:cxnLst/>
              <a:rect r="r" b="b" t="t" l="l"/>
              <a:pathLst>
                <a:path h="308610" w="918210">
                  <a:moveTo>
                    <a:pt x="124460" y="46990"/>
                  </a:moveTo>
                  <a:cubicBezTo>
                    <a:pt x="711200" y="30480"/>
                    <a:pt x="711200" y="19050"/>
                    <a:pt x="726440" y="13970"/>
                  </a:cubicBezTo>
                  <a:cubicBezTo>
                    <a:pt x="749300" y="6350"/>
                    <a:pt x="786130" y="0"/>
                    <a:pt x="812800" y="6350"/>
                  </a:cubicBezTo>
                  <a:cubicBezTo>
                    <a:pt x="839470" y="12700"/>
                    <a:pt x="869950" y="35560"/>
                    <a:pt x="885190" y="52070"/>
                  </a:cubicBezTo>
                  <a:cubicBezTo>
                    <a:pt x="896620" y="63500"/>
                    <a:pt x="902970" y="73660"/>
                    <a:pt x="906780" y="90170"/>
                  </a:cubicBezTo>
                  <a:cubicBezTo>
                    <a:pt x="913130" y="111760"/>
                    <a:pt x="918210" y="149860"/>
                    <a:pt x="909320" y="175260"/>
                  </a:cubicBezTo>
                  <a:cubicBezTo>
                    <a:pt x="901700" y="201930"/>
                    <a:pt x="881380" y="229870"/>
                    <a:pt x="859790" y="246380"/>
                  </a:cubicBezTo>
                  <a:cubicBezTo>
                    <a:pt x="838200" y="261620"/>
                    <a:pt x="801370" y="270510"/>
                    <a:pt x="777240" y="271780"/>
                  </a:cubicBezTo>
                  <a:cubicBezTo>
                    <a:pt x="760730" y="273050"/>
                    <a:pt x="749300" y="270510"/>
                    <a:pt x="735330" y="264160"/>
                  </a:cubicBezTo>
                  <a:cubicBezTo>
                    <a:pt x="713740" y="254000"/>
                    <a:pt x="681990" y="232410"/>
                    <a:pt x="668020" y="209550"/>
                  </a:cubicBezTo>
                  <a:cubicBezTo>
                    <a:pt x="652780" y="186690"/>
                    <a:pt x="643890" y="153670"/>
                    <a:pt x="646430" y="127000"/>
                  </a:cubicBezTo>
                  <a:cubicBezTo>
                    <a:pt x="648970" y="99060"/>
                    <a:pt x="661670" y="67310"/>
                    <a:pt x="679450" y="46990"/>
                  </a:cubicBezTo>
                  <a:cubicBezTo>
                    <a:pt x="698500" y="26670"/>
                    <a:pt x="732790" y="11430"/>
                    <a:pt x="754380" y="5080"/>
                  </a:cubicBezTo>
                  <a:cubicBezTo>
                    <a:pt x="770890" y="0"/>
                    <a:pt x="782320" y="0"/>
                    <a:pt x="798830" y="3810"/>
                  </a:cubicBezTo>
                  <a:cubicBezTo>
                    <a:pt x="820420" y="7620"/>
                    <a:pt x="857250" y="26670"/>
                    <a:pt x="875030" y="40640"/>
                  </a:cubicBezTo>
                  <a:cubicBezTo>
                    <a:pt x="887730" y="52070"/>
                    <a:pt x="895350" y="60960"/>
                    <a:pt x="901700" y="76200"/>
                  </a:cubicBezTo>
                  <a:cubicBezTo>
                    <a:pt x="909320" y="97790"/>
                    <a:pt x="918210" y="134620"/>
                    <a:pt x="913130" y="161290"/>
                  </a:cubicBezTo>
                  <a:cubicBezTo>
                    <a:pt x="908050" y="187960"/>
                    <a:pt x="896620" y="217170"/>
                    <a:pt x="871220" y="236220"/>
                  </a:cubicBezTo>
                  <a:cubicBezTo>
                    <a:pt x="829310" y="269240"/>
                    <a:pt x="735330" y="284480"/>
                    <a:pt x="651510" y="295910"/>
                  </a:cubicBezTo>
                  <a:cubicBezTo>
                    <a:pt x="544830" y="308610"/>
                    <a:pt x="383540" y="297180"/>
                    <a:pt x="279400" y="292100"/>
                  </a:cubicBezTo>
                  <a:cubicBezTo>
                    <a:pt x="204470" y="289560"/>
                    <a:pt x="132080" y="294640"/>
                    <a:pt x="85090" y="278130"/>
                  </a:cubicBezTo>
                  <a:cubicBezTo>
                    <a:pt x="55880" y="265430"/>
                    <a:pt x="33020" y="246380"/>
                    <a:pt x="19050" y="227330"/>
                  </a:cubicBezTo>
                  <a:cubicBezTo>
                    <a:pt x="7620" y="210820"/>
                    <a:pt x="2540" y="191770"/>
                    <a:pt x="1270" y="172720"/>
                  </a:cubicBezTo>
                  <a:cubicBezTo>
                    <a:pt x="0" y="154940"/>
                    <a:pt x="3810" y="134620"/>
                    <a:pt x="11430" y="118110"/>
                  </a:cubicBezTo>
                  <a:cubicBezTo>
                    <a:pt x="19050" y="100330"/>
                    <a:pt x="29210" y="83820"/>
                    <a:pt x="45720" y="72390"/>
                  </a:cubicBezTo>
                  <a:cubicBezTo>
                    <a:pt x="64770" y="58420"/>
                    <a:pt x="124460" y="46990"/>
                    <a:pt x="124460" y="46990"/>
                  </a:cubicBezTo>
                </a:path>
              </a:pathLst>
            </a:custGeom>
            <a:solidFill>
              <a:srgbClr val="88A3CE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21" id="21"/>
          <p:cNvGrpSpPr/>
          <p:nvPr/>
        </p:nvGrpSpPr>
        <p:grpSpPr>
          <a:xfrm rot="-5466542">
            <a:off x="13425147" y="1315976"/>
            <a:ext cx="287533" cy="490131"/>
            <a:chOff x="0" y="0"/>
            <a:chExt cx="468630" cy="79883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44450" y="43180"/>
              <a:ext cx="379730" cy="706120"/>
            </a:xfrm>
            <a:custGeom>
              <a:avLst/>
              <a:gdLst/>
              <a:ahLst/>
              <a:cxnLst/>
              <a:rect r="r" b="b" t="t" l="l"/>
              <a:pathLst>
                <a:path h="706120" w="379730">
                  <a:moveTo>
                    <a:pt x="236220" y="106680"/>
                  </a:moveTo>
                  <a:cubicBezTo>
                    <a:pt x="299720" y="463550"/>
                    <a:pt x="356870" y="494030"/>
                    <a:pt x="369570" y="533400"/>
                  </a:cubicBezTo>
                  <a:cubicBezTo>
                    <a:pt x="379730" y="562610"/>
                    <a:pt x="377190" y="591820"/>
                    <a:pt x="369570" y="617220"/>
                  </a:cubicBezTo>
                  <a:cubicBezTo>
                    <a:pt x="360680" y="641350"/>
                    <a:pt x="339090" y="668020"/>
                    <a:pt x="317500" y="683260"/>
                  </a:cubicBezTo>
                  <a:cubicBezTo>
                    <a:pt x="295910" y="697230"/>
                    <a:pt x="262890" y="706120"/>
                    <a:pt x="236220" y="703580"/>
                  </a:cubicBezTo>
                  <a:cubicBezTo>
                    <a:pt x="210820" y="702310"/>
                    <a:pt x="179070" y="689610"/>
                    <a:pt x="160020" y="671830"/>
                  </a:cubicBezTo>
                  <a:cubicBezTo>
                    <a:pt x="139700" y="655320"/>
                    <a:pt x="121920" y="626110"/>
                    <a:pt x="116840" y="599440"/>
                  </a:cubicBezTo>
                  <a:cubicBezTo>
                    <a:pt x="111760" y="574040"/>
                    <a:pt x="119380" y="538480"/>
                    <a:pt x="127000" y="516890"/>
                  </a:cubicBezTo>
                  <a:cubicBezTo>
                    <a:pt x="133350" y="501650"/>
                    <a:pt x="139700" y="492760"/>
                    <a:pt x="151130" y="482600"/>
                  </a:cubicBezTo>
                  <a:cubicBezTo>
                    <a:pt x="168910" y="467360"/>
                    <a:pt x="203200" y="449580"/>
                    <a:pt x="226060" y="444500"/>
                  </a:cubicBezTo>
                  <a:cubicBezTo>
                    <a:pt x="241300" y="440690"/>
                    <a:pt x="252730" y="440690"/>
                    <a:pt x="267970" y="444500"/>
                  </a:cubicBezTo>
                  <a:cubicBezTo>
                    <a:pt x="289560" y="449580"/>
                    <a:pt x="325120" y="469900"/>
                    <a:pt x="341630" y="485140"/>
                  </a:cubicBezTo>
                  <a:cubicBezTo>
                    <a:pt x="353060" y="495300"/>
                    <a:pt x="359410" y="504190"/>
                    <a:pt x="364490" y="519430"/>
                  </a:cubicBezTo>
                  <a:cubicBezTo>
                    <a:pt x="372110" y="541020"/>
                    <a:pt x="375920" y="580390"/>
                    <a:pt x="373380" y="603250"/>
                  </a:cubicBezTo>
                  <a:cubicBezTo>
                    <a:pt x="370840" y="618490"/>
                    <a:pt x="365760" y="629920"/>
                    <a:pt x="356870" y="642620"/>
                  </a:cubicBezTo>
                  <a:cubicBezTo>
                    <a:pt x="342900" y="660400"/>
                    <a:pt x="312420" y="685800"/>
                    <a:pt x="292100" y="695960"/>
                  </a:cubicBezTo>
                  <a:cubicBezTo>
                    <a:pt x="278130" y="702310"/>
                    <a:pt x="266700" y="704850"/>
                    <a:pt x="251460" y="704850"/>
                  </a:cubicBezTo>
                  <a:cubicBezTo>
                    <a:pt x="228600" y="703580"/>
                    <a:pt x="198120" y="695960"/>
                    <a:pt x="170180" y="680720"/>
                  </a:cubicBezTo>
                  <a:cubicBezTo>
                    <a:pt x="135890" y="662940"/>
                    <a:pt x="90170" y="631190"/>
                    <a:pt x="67310" y="594360"/>
                  </a:cubicBezTo>
                  <a:cubicBezTo>
                    <a:pt x="43180" y="554990"/>
                    <a:pt x="41910" y="508000"/>
                    <a:pt x="31750" y="449580"/>
                  </a:cubicBezTo>
                  <a:cubicBezTo>
                    <a:pt x="19050" y="364490"/>
                    <a:pt x="0" y="200660"/>
                    <a:pt x="6350" y="130810"/>
                  </a:cubicBezTo>
                  <a:cubicBezTo>
                    <a:pt x="10160" y="95250"/>
                    <a:pt x="15240" y="71120"/>
                    <a:pt x="27940" y="52070"/>
                  </a:cubicBezTo>
                  <a:cubicBezTo>
                    <a:pt x="38100" y="35560"/>
                    <a:pt x="52070" y="22860"/>
                    <a:pt x="69850" y="15240"/>
                  </a:cubicBezTo>
                  <a:cubicBezTo>
                    <a:pt x="91440" y="6350"/>
                    <a:pt x="125730" y="0"/>
                    <a:pt x="151130" y="7620"/>
                  </a:cubicBezTo>
                  <a:cubicBezTo>
                    <a:pt x="175260" y="13970"/>
                    <a:pt x="203200" y="35560"/>
                    <a:pt x="217170" y="54610"/>
                  </a:cubicBezTo>
                  <a:cubicBezTo>
                    <a:pt x="228600" y="69850"/>
                    <a:pt x="236220" y="106680"/>
                    <a:pt x="236220" y="106680"/>
                  </a:cubicBezTo>
                </a:path>
              </a:pathLst>
            </a:custGeom>
            <a:solidFill>
              <a:srgbClr val="88A3CE"/>
            </a:solidFill>
            <a:ln cap="sq">
              <a:noFill/>
              <a:prstDash val="solid"/>
              <a:miter/>
            </a:ln>
          </p:spPr>
        </p:sp>
      </p:grpSp>
      <p:sp>
        <p:nvSpPr>
          <p:cNvPr name="Freeform 23" id="23"/>
          <p:cNvSpPr/>
          <p:nvPr/>
        </p:nvSpPr>
        <p:spPr>
          <a:xfrm flipH="false" flipV="false" rot="0">
            <a:off x="15412853" y="-367037"/>
            <a:ext cx="3692894" cy="2316452"/>
          </a:xfrm>
          <a:custGeom>
            <a:avLst/>
            <a:gdLst/>
            <a:ahLst/>
            <a:cxnLst/>
            <a:rect r="r" b="b" t="t" l="l"/>
            <a:pathLst>
              <a:path h="2316452" w="3692894">
                <a:moveTo>
                  <a:pt x="0" y="0"/>
                </a:moveTo>
                <a:lnTo>
                  <a:pt x="3692894" y="0"/>
                </a:lnTo>
                <a:lnTo>
                  <a:pt x="3692894" y="2316451"/>
                </a:lnTo>
                <a:lnTo>
                  <a:pt x="0" y="2316451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4" id="24"/>
          <p:cNvSpPr/>
          <p:nvPr/>
        </p:nvSpPr>
        <p:spPr>
          <a:xfrm flipH="true" flipV="false" rot="-1008282">
            <a:off x="15390590" y="2224730"/>
            <a:ext cx="2659752" cy="3491322"/>
          </a:xfrm>
          <a:custGeom>
            <a:avLst/>
            <a:gdLst/>
            <a:ahLst/>
            <a:cxnLst/>
            <a:rect r="r" b="b" t="t" l="l"/>
            <a:pathLst>
              <a:path h="3491322" w="2659752">
                <a:moveTo>
                  <a:pt x="2659753" y="0"/>
                </a:moveTo>
                <a:lnTo>
                  <a:pt x="0" y="0"/>
                </a:lnTo>
                <a:lnTo>
                  <a:pt x="0" y="3491322"/>
                </a:lnTo>
                <a:lnTo>
                  <a:pt x="2659753" y="3491322"/>
                </a:lnTo>
                <a:lnTo>
                  <a:pt x="2659753" y="0"/>
                </a:lnTo>
                <a:close/>
              </a:path>
            </a:pathLst>
          </a:custGeom>
          <a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5" id="25"/>
          <p:cNvGrpSpPr/>
          <p:nvPr/>
        </p:nvGrpSpPr>
        <p:grpSpPr>
          <a:xfrm rot="0">
            <a:off x="6651132" y="604838"/>
            <a:ext cx="4675326" cy="494009"/>
            <a:chOff x="0" y="0"/>
            <a:chExt cx="6233768" cy="658678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53874" y="31694"/>
              <a:ext cx="6124603" cy="593913"/>
            </a:xfrm>
            <a:custGeom>
              <a:avLst/>
              <a:gdLst/>
              <a:ahLst/>
              <a:cxnLst/>
              <a:rect r="r" b="b" t="t" l="l"/>
              <a:pathLst>
                <a:path h="593913" w="6124603">
                  <a:moveTo>
                    <a:pt x="260863" y="38583"/>
                  </a:moveTo>
                  <a:cubicBezTo>
                    <a:pt x="3585445" y="55119"/>
                    <a:pt x="5531991" y="0"/>
                    <a:pt x="5841057" y="23426"/>
                  </a:cubicBezTo>
                  <a:cubicBezTo>
                    <a:pt x="5892095" y="27559"/>
                    <a:pt x="5902019" y="28937"/>
                    <a:pt x="5930374" y="37205"/>
                  </a:cubicBezTo>
                  <a:cubicBezTo>
                    <a:pt x="5958728" y="46851"/>
                    <a:pt x="5987083" y="62009"/>
                    <a:pt x="6011184" y="79923"/>
                  </a:cubicBezTo>
                  <a:cubicBezTo>
                    <a:pt x="6035286" y="96459"/>
                    <a:pt x="6057970" y="119885"/>
                    <a:pt x="6073565" y="143310"/>
                  </a:cubicBezTo>
                  <a:cubicBezTo>
                    <a:pt x="6090577" y="168114"/>
                    <a:pt x="6104755" y="195674"/>
                    <a:pt x="6111843" y="224612"/>
                  </a:cubicBezTo>
                  <a:cubicBezTo>
                    <a:pt x="6120350" y="252171"/>
                    <a:pt x="6124603" y="283865"/>
                    <a:pt x="6121768" y="312803"/>
                  </a:cubicBezTo>
                  <a:cubicBezTo>
                    <a:pt x="6120350" y="341741"/>
                    <a:pt x="6113261" y="372056"/>
                    <a:pt x="6103337" y="399616"/>
                  </a:cubicBezTo>
                  <a:cubicBezTo>
                    <a:pt x="6091995" y="425798"/>
                    <a:pt x="6074983" y="453358"/>
                    <a:pt x="6055134" y="475405"/>
                  </a:cubicBezTo>
                  <a:cubicBezTo>
                    <a:pt x="6036703" y="497453"/>
                    <a:pt x="6011184" y="516745"/>
                    <a:pt x="5985665" y="531903"/>
                  </a:cubicBezTo>
                  <a:cubicBezTo>
                    <a:pt x="5960146" y="547061"/>
                    <a:pt x="5930374" y="559463"/>
                    <a:pt x="5902019" y="564975"/>
                  </a:cubicBezTo>
                  <a:cubicBezTo>
                    <a:pt x="5872246" y="571865"/>
                    <a:pt x="5839639" y="573243"/>
                    <a:pt x="5809867" y="570487"/>
                  </a:cubicBezTo>
                  <a:cubicBezTo>
                    <a:pt x="5780094" y="566353"/>
                    <a:pt x="5750322" y="558085"/>
                    <a:pt x="5721967" y="545683"/>
                  </a:cubicBezTo>
                  <a:cubicBezTo>
                    <a:pt x="5695030" y="534659"/>
                    <a:pt x="5668093" y="516745"/>
                    <a:pt x="5646827" y="496075"/>
                  </a:cubicBezTo>
                  <a:cubicBezTo>
                    <a:pt x="5625561" y="476783"/>
                    <a:pt x="5605713" y="451980"/>
                    <a:pt x="5591536" y="425798"/>
                  </a:cubicBezTo>
                  <a:cubicBezTo>
                    <a:pt x="5577359" y="399616"/>
                    <a:pt x="5567434" y="370678"/>
                    <a:pt x="5563181" y="341741"/>
                  </a:cubicBezTo>
                  <a:cubicBezTo>
                    <a:pt x="5557510" y="312803"/>
                    <a:pt x="5557510" y="282487"/>
                    <a:pt x="5563181" y="253549"/>
                  </a:cubicBezTo>
                  <a:cubicBezTo>
                    <a:pt x="5567434" y="224612"/>
                    <a:pt x="5577359" y="194296"/>
                    <a:pt x="5591536" y="169492"/>
                  </a:cubicBezTo>
                  <a:cubicBezTo>
                    <a:pt x="5605713" y="143310"/>
                    <a:pt x="5625561" y="118507"/>
                    <a:pt x="5646827" y="99215"/>
                  </a:cubicBezTo>
                  <a:cubicBezTo>
                    <a:pt x="5668093" y="78545"/>
                    <a:pt x="5695030" y="60631"/>
                    <a:pt x="5721967" y="48229"/>
                  </a:cubicBezTo>
                  <a:cubicBezTo>
                    <a:pt x="5750322" y="37205"/>
                    <a:pt x="5780094" y="27559"/>
                    <a:pt x="5809867" y="24803"/>
                  </a:cubicBezTo>
                  <a:cubicBezTo>
                    <a:pt x="5839639" y="22048"/>
                    <a:pt x="5872246" y="23426"/>
                    <a:pt x="5902019" y="30315"/>
                  </a:cubicBezTo>
                  <a:cubicBezTo>
                    <a:pt x="5930374" y="35827"/>
                    <a:pt x="5960146" y="48229"/>
                    <a:pt x="5985665" y="63387"/>
                  </a:cubicBezTo>
                  <a:cubicBezTo>
                    <a:pt x="6012602" y="77167"/>
                    <a:pt x="6036703" y="97837"/>
                    <a:pt x="6055134" y="119885"/>
                  </a:cubicBezTo>
                  <a:cubicBezTo>
                    <a:pt x="6074983" y="141932"/>
                    <a:pt x="6091995" y="169492"/>
                    <a:pt x="6103337" y="195674"/>
                  </a:cubicBezTo>
                  <a:cubicBezTo>
                    <a:pt x="6113261" y="223234"/>
                    <a:pt x="6120350" y="253549"/>
                    <a:pt x="6121768" y="282487"/>
                  </a:cubicBezTo>
                  <a:cubicBezTo>
                    <a:pt x="6124603" y="311425"/>
                    <a:pt x="6120350" y="343119"/>
                    <a:pt x="6111843" y="370678"/>
                  </a:cubicBezTo>
                  <a:cubicBezTo>
                    <a:pt x="6104755" y="399616"/>
                    <a:pt x="6090577" y="427176"/>
                    <a:pt x="6073565" y="451980"/>
                  </a:cubicBezTo>
                  <a:cubicBezTo>
                    <a:pt x="6057970" y="475405"/>
                    <a:pt x="6035286" y="497453"/>
                    <a:pt x="6011184" y="515367"/>
                  </a:cubicBezTo>
                  <a:cubicBezTo>
                    <a:pt x="5987083" y="533281"/>
                    <a:pt x="5958728" y="548439"/>
                    <a:pt x="5930374" y="556707"/>
                  </a:cubicBezTo>
                  <a:cubicBezTo>
                    <a:pt x="5902019" y="566353"/>
                    <a:pt x="5892095" y="567731"/>
                    <a:pt x="5841057" y="571865"/>
                  </a:cubicBezTo>
                  <a:cubicBezTo>
                    <a:pt x="5531991" y="593912"/>
                    <a:pt x="3506052" y="542927"/>
                    <a:pt x="2593032" y="538793"/>
                  </a:cubicBezTo>
                  <a:cubicBezTo>
                    <a:pt x="1926698" y="536037"/>
                    <a:pt x="1295807" y="547061"/>
                    <a:pt x="863399" y="540171"/>
                  </a:cubicBezTo>
                  <a:cubicBezTo>
                    <a:pt x="603954" y="537415"/>
                    <a:pt x="365775" y="540171"/>
                    <a:pt x="241014" y="522257"/>
                  </a:cubicBezTo>
                  <a:cubicBezTo>
                    <a:pt x="187140" y="513989"/>
                    <a:pt x="155950" y="502965"/>
                    <a:pt x="127596" y="489185"/>
                  </a:cubicBezTo>
                  <a:cubicBezTo>
                    <a:pt x="106330" y="479539"/>
                    <a:pt x="93570" y="468515"/>
                    <a:pt x="79393" y="454736"/>
                  </a:cubicBezTo>
                  <a:cubicBezTo>
                    <a:pt x="65215" y="440956"/>
                    <a:pt x="52456" y="428554"/>
                    <a:pt x="41114" y="409262"/>
                  </a:cubicBezTo>
                  <a:cubicBezTo>
                    <a:pt x="25519" y="381702"/>
                    <a:pt x="7088" y="337607"/>
                    <a:pt x="2835" y="299023"/>
                  </a:cubicBezTo>
                  <a:cubicBezTo>
                    <a:pt x="0" y="261817"/>
                    <a:pt x="7088" y="219100"/>
                    <a:pt x="22684" y="184650"/>
                  </a:cubicBezTo>
                  <a:cubicBezTo>
                    <a:pt x="36861" y="150200"/>
                    <a:pt x="63798" y="117129"/>
                    <a:pt x="93570" y="92325"/>
                  </a:cubicBezTo>
                  <a:cubicBezTo>
                    <a:pt x="123343" y="68899"/>
                    <a:pt x="170128" y="50985"/>
                    <a:pt x="201318" y="42717"/>
                  </a:cubicBezTo>
                  <a:cubicBezTo>
                    <a:pt x="224001" y="37205"/>
                    <a:pt x="260863" y="38583"/>
                    <a:pt x="260863" y="38583"/>
                  </a:cubicBezTo>
                </a:path>
              </a:pathLst>
            </a:custGeom>
            <a:solidFill>
              <a:srgbClr val="88A3CE"/>
            </a:solidFill>
            <a:ln cap="sq">
              <a:noFill/>
              <a:prstDash val="solid"/>
              <a:miter/>
            </a:ln>
          </p:spPr>
        </p:sp>
      </p:grpSp>
      <p:sp>
        <p:nvSpPr>
          <p:cNvPr name="TextBox 27" id="27"/>
          <p:cNvSpPr txBox="true"/>
          <p:nvPr/>
        </p:nvSpPr>
        <p:spPr>
          <a:xfrm rot="0">
            <a:off x="1844355" y="2830734"/>
            <a:ext cx="15046088" cy="13487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460"/>
              </a:lnSpc>
            </a:pPr>
            <a:r>
              <a:rPr lang="en-US" sz="3900">
                <a:solidFill>
                  <a:srgbClr val="3B365F"/>
                </a:solidFill>
                <a:latin typeface="TAN Headline"/>
                <a:ea typeface="TAN Headline"/>
                <a:cs typeface="TAN Headline"/>
                <a:sym typeface="TAN Headline"/>
              </a:rPr>
              <a:t>Data-Driven Approach to Improving Efficiency in Hospital Observation Units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0F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6262171">
            <a:off x="3492400" y="3970647"/>
            <a:ext cx="9743832" cy="10202966"/>
          </a:xfrm>
          <a:custGeom>
            <a:avLst/>
            <a:gdLst/>
            <a:ahLst/>
            <a:cxnLst/>
            <a:rect r="r" b="b" t="t" l="l"/>
            <a:pathLst>
              <a:path h="10202966" w="9743832">
                <a:moveTo>
                  <a:pt x="0" y="0"/>
                </a:moveTo>
                <a:lnTo>
                  <a:pt x="9743832" y="0"/>
                </a:lnTo>
                <a:lnTo>
                  <a:pt x="9743832" y="10202965"/>
                </a:lnTo>
                <a:lnTo>
                  <a:pt x="0" y="1020296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-441338">
            <a:off x="1589676" y="5876162"/>
            <a:ext cx="7090051" cy="4450271"/>
          </a:xfrm>
          <a:custGeom>
            <a:avLst/>
            <a:gdLst/>
            <a:ahLst/>
            <a:cxnLst/>
            <a:rect r="r" b="b" t="t" l="l"/>
            <a:pathLst>
              <a:path h="4450271" w="7090051">
                <a:moveTo>
                  <a:pt x="7090051" y="0"/>
                </a:moveTo>
                <a:lnTo>
                  <a:pt x="0" y="0"/>
                </a:lnTo>
                <a:lnTo>
                  <a:pt x="0" y="4450270"/>
                </a:lnTo>
                <a:lnTo>
                  <a:pt x="7090051" y="4450270"/>
                </a:lnTo>
                <a:lnTo>
                  <a:pt x="7090051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false" rot="-441338">
            <a:off x="8620022" y="5876162"/>
            <a:ext cx="7090051" cy="4450271"/>
          </a:xfrm>
          <a:custGeom>
            <a:avLst/>
            <a:gdLst/>
            <a:ahLst/>
            <a:cxnLst/>
            <a:rect r="r" b="b" t="t" l="l"/>
            <a:pathLst>
              <a:path h="4450271" w="7090051">
                <a:moveTo>
                  <a:pt x="7090051" y="0"/>
                </a:moveTo>
                <a:lnTo>
                  <a:pt x="0" y="0"/>
                </a:lnTo>
                <a:lnTo>
                  <a:pt x="0" y="4450270"/>
                </a:lnTo>
                <a:lnTo>
                  <a:pt x="7090051" y="4450270"/>
                </a:lnTo>
                <a:lnTo>
                  <a:pt x="7090051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false" rot="-441338">
            <a:off x="2577927" y="2244644"/>
            <a:ext cx="7090051" cy="4450271"/>
          </a:xfrm>
          <a:custGeom>
            <a:avLst/>
            <a:gdLst/>
            <a:ahLst/>
            <a:cxnLst/>
            <a:rect r="r" b="b" t="t" l="l"/>
            <a:pathLst>
              <a:path h="4450271" w="7090051">
                <a:moveTo>
                  <a:pt x="7090051" y="0"/>
                </a:moveTo>
                <a:lnTo>
                  <a:pt x="0" y="0"/>
                </a:lnTo>
                <a:lnTo>
                  <a:pt x="0" y="4450271"/>
                </a:lnTo>
                <a:lnTo>
                  <a:pt x="7090051" y="4450271"/>
                </a:lnTo>
                <a:lnTo>
                  <a:pt x="7090051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false" rot="-441338">
            <a:off x="9608273" y="2244644"/>
            <a:ext cx="7090051" cy="4450271"/>
          </a:xfrm>
          <a:custGeom>
            <a:avLst/>
            <a:gdLst/>
            <a:ahLst/>
            <a:cxnLst/>
            <a:rect r="r" b="b" t="t" l="l"/>
            <a:pathLst>
              <a:path h="4450271" w="7090051">
                <a:moveTo>
                  <a:pt x="7090051" y="0"/>
                </a:moveTo>
                <a:lnTo>
                  <a:pt x="0" y="0"/>
                </a:lnTo>
                <a:lnTo>
                  <a:pt x="0" y="4450271"/>
                </a:lnTo>
                <a:lnTo>
                  <a:pt x="7090051" y="4450271"/>
                </a:lnTo>
                <a:lnTo>
                  <a:pt x="7090051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92352" y="2262600"/>
            <a:ext cx="2428154" cy="8002923"/>
          </a:xfrm>
          <a:custGeom>
            <a:avLst/>
            <a:gdLst/>
            <a:ahLst/>
            <a:cxnLst/>
            <a:rect r="r" b="b" t="t" l="l"/>
            <a:pathLst>
              <a:path h="8002923" w="2428154">
                <a:moveTo>
                  <a:pt x="0" y="0"/>
                </a:moveTo>
                <a:lnTo>
                  <a:pt x="2428153" y="0"/>
                </a:lnTo>
                <a:lnTo>
                  <a:pt x="2428153" y="8002924"/>
                </a:lnTo>
                <a:lnTo>
                  <a:pt x="0" y="800292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-184644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5147616" y="2284077"/>
            <a:ext cx="3362376" cy="8002923"/>
          </a:xfrm>
          <a:custGeom>
            <a:avLst/>
            <a:gdLst/>
            <a:ahLst/>
            <a:cxnLst/>
            <a:rect r="r" b="b" t="t" l="l"/>
            <a:pathLst>
              <a:path h="8002923" w="3362376">
                <a:moveTo>
                  <a:pt x="0" y="0"/>
                </a:moveTo>
                <a:lnTo>
                  <a:pt x="3362376" y="0"/>
                </a:lnTo>
                <a:lnTo>
                  <a:pt x="3362376" y="8002923"/>
                </a:lnTo>
                <a:lnTo>
                  <a:pt x="0" y="800292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-105557" t="0" r="0" b="0"/>
            </a:stretch>
          </a:blipFill>
        </p:spPr>
      </p:sp>
      <p:grpSp>
        <p:nvGrpSpPr>
          <p:cNvPr name="Group 9" id="9"/>
          <p:cNvGrpSpPr/>
          <p:nvPr/>
        </p:nvGrpSpPr>
        <p:grpSpPr>
          <a:xfrm rot="0">
            <a:off x="2596515" y="4509135"/>
            <a:ext cx="558165" cy="1234440"/>
            <a:chOff x="0" y="0"/>
            <a:chExt cx="744220" cy="164592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38100" y="49530"/>
              <a:ext cx="656590" cy="1548130"/>
            </a:xfrm>
            <a:custGeom>
              <a:avLst/>
              <a:gdLst/>
              <a:ahLst/>
              <a:cxnLst/>
              <a:rect r="r" b="b" t="t" l="l"/>
              <a:pathLst>
                <a:path h="1548130" w="656590">
                  <a:moveTo>
                    <a:pt x="177800" y="66040"/>
                  </a:moveTo>
                  <a:cubicBezTo>
                    <a:pt x="292100" y="551180"/>
                    <a:pt x="332740" y="689610"/>
                    <a:pt x="368300" y="783590"/>
                  </a:cubicBezTo>
                  <a:cubicBezTo>
                    <a:pt x="392430" y="848360"/>
                    <a:pt x="421640" y="887730"/>
                    <a:pt x="441960" y="944880"/>
                  </a:cubicBezTo>
                  <a:cubicBezTo>
                    <a:pt x="463550" y="1008380"/>
                    <a:pt x="467360" y="1084580"/>
                    <a:pt x="488950" y="1148080"/>
                  </a:cubicBezTo>
                  <a:cubicBezTo>
                    <a:pt x="509270" y="1207770"/>
                    <a:pt x="535940" y="1270000"/>
                    <a:pt x="565150" y="1315720"/>
                  </a:cubicBezTo>
                  <a:cubicBezTo>
                    <a:pt x="589280" y="1352550"/>
                    <a:pt x="632460" y="1384300"/>
                    <a:pt x="645160" y="1407160"/>
                  </a:cubicBezTo>
                  <a:cubicBezTo>
                    <a:pt x="651510" y="1418590"/>
                    <a:pt x="654050" y="1424940"/>
                    <a:pt x="655320" y="1436370"/>
                  </a:cubicBezTo>
                  <a:cubicBezTo>
                    <a:pt x="656590" y="1451610"/>
                    <a:pt x="651510" y="1480820"/>
                    <a:pt x="645160" y="1496060"/>
                  </a:cubicBezTo>
                  <a:cubicBezTo>
                    <a:pt x="641350" y="1506220"/>
                    <a:pt x="636270" y="1512570"/>
                    <a:pt x="627380" y="1520190"/>
                  </a:cubicBezTo>
                  <a:cubicBezTo>
                    <a:pt x="614680" y="1530350"/>
                    <a:pt x="590550" y="1543050"/>
                    <a:pt x="571500" y="1545590"/>
                  </a:cubicBezTo>
                  <a:cubicBezTo>
                    <a:pt x="553720" y="1546860"/>
                    <a:pt x="529590" y="1541780"/>
                    <a:pt x="513080" y="1531620"/>
                  </a:cubicBezTo>
                  <a:cubicBezTo>
                    <a:pt x="496570" y="1522730"/>
                    <a:pt x="481330" y="1501140"/>
                    <a:pt x="473710" y="1485900"/>
                  </a:cubicBezTo>
                  <a:cubicBezTo>
                    <a:pt x="468630" y="1475740"/>
                    <a:pt x="467360" y="1468120"/>
                    <a:pt x="467360" y="1456690"/>
                  </a:cubicBezTo>
                  <a:cubicBezTo>
                    <a:pt x="468630" y="1440180"/>
                    <a:pt x="472440" y="1413510"/>
                    <a:pt x="483870" y="1398270"/>
                  </a:cubicBezTo>
                  <a:cubicBezTo>
                    <a:pt x="494030" y="1381760"/>
                    <a:pt x="516890" y="1367790"/>
                    <a:pt x="532130" y="1361440"/>
                  </a:cubicBezTo>
                  <a:cubicBezTo>
                    <a:pt x="542290" y="1357630"/>
                    <a:pt x="552450" y="1356360"/>
                    <a:pt x="562610" y="1356360"/>
                  </a:cubicBezTo>
                  <a:cubicBezTo>
                    <a:pt x="571500" y="1356360"/>
                    <a:pt x="581660" y="1357630"/>
                    <a:pt x="591820" y="1361440"/>
                  </a:cubicBezTo>
                  <a:cubicBezTo>
                    <a:pt x="607060" y="1367790"/>
                    <a:pt x="629920" y="1385570"/>
                    <a:pt x="640080" y="1398270"/>
                  </a:cubicBezTo>
                  <a:cubicBezTo>
                    <a:pt x="647700" y="1407160"/>
                    <a:pt x="650240" y="1414780"/>
                    <a:pt x="652780" y="1426210"/>
                  </a:cubicBezTo>
                  <a:cubicBezTo>
                    <a:pt x="656590" y="1441450"/>
                    <a:pt x="656590" y="1468120"/>
                    <a:pt x="650240" y="1485900"/>
                  </a:cubicBezTo>
                  <a:cubicBezTo>
                    <a:pt x="642620" y="1503680"/>
                    <a:pt x="623570" y="1522730"/>
                    <a:pt x="610870" y="1531620"/>
                  </a:cubicBezTo>
                  <a:cubicBezTo>
                    <a:pt x="600710" y="1539240"/>
                    <a:pt x="593090" y="1541780"/>
                    <a:pt x="581660" y="1543050"/>
                  </a:cubicBezTo>
                  <a:cubicBezTo>
                    <a:pt x="566420" y="1545590"/>
                    <a:pt x="543560" y="1548130"/>
                    <a:pt x="521970" y="1536700"/>
                  </a:cubicBezTo>
                  <a:cubicBezTo>
                    <a:pt x="480060" y="1515110"/>
                    <a:pt x="412750" y="1418590"/>
                    <a:pt x="379730" y="1365250"/>
                  </a:cubicBezTo>
                  <a:cubicBezTo>
                    <a:pt x="355600" y="1327150"/>
                    <a:pt x="347980" y="1300480"/>
                    <a:pt x="331470" y="1254760"/>
                  </a:cubicBezTo>
                  <a:cubicBezTo>
                    <a:pt x="306070" y="1182370"/>
                    <a:pt x="283210" y="1068070"/>
                    <a:pt x="251460" y="967740"/>
                  </a:cubicBezTo>
                  <a:cubicBezTo>
                    <a:pt x="217170" y="855980"/>
                    <a:pt x="160020" y="718820"/>
                    <a:pt x="129540" y="613410"/>
                  </a:cubicBezTo>
                  <a:cubicBezTo>
                    <a:pt x="104140" y="530860"/>
                    <a:pt x="90170" y="469900"/>
                    <a:pt x="72390" y="387350"/>
                  </a:cubicBezTo>
                  <a:cubicBezTo>
                    <a:pt x="50800" y="289560"/>
                    <a:pt x="0" y="121920"/>
                    <a:pt x="12700" y="63500"/>
                  </a:cubicBezTo>
                  <a:cubicBezTo>
                    <a:pt x="19050" y="38100"/>
                    <a:pt x="31750" y="25400"/>
                    <a:pt x="48260" y="13970"/>
                  </a:cubicBezTo>
                  <a:cubicBezTo>
                    <a:pt x="63500" y="3810"/>
                    <a:pt x="88900" y="0"/>
                    <a:pt x="106680" y="1270"/>
                  </a:cubicBezTo>
                  <a:cubicBezTo>
                    <a:pt x="120650" y="2540"/>
                    <a:pt x="133350" y="6350"/>
                    <a:pt x="144780" y="16510"/>
                  </a:cubicBezTo>
                  <a:cubicBezTo>
                    <a:pt x="157480" y="26670"/>
                    <a:pt x="177800" y="66040"/>
                    <a:pt x="177800" y="66040"/>
                  </a:cubicBezTo>
                </a:path>
              </a:pathLst>
            </a:custGeom>
            <a:solidFill>
              <a:srgbClr val="94AAB8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11" id="11"/>
          <p:cNvGrpSpPr/>
          <p:nvPr/>
        </p:nvGrpSpPr>
        <p:grpSpPr>
          <a:xfrm rot="0">
            <a:off x="3106102" y="5699760"/>
            <a:ext cx="194310" cy="197167"/>
            <a:chOff x="0" y="0"/>
            <a:chExt cx="259080" cy="26289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43180" y="46990"/>
              <a:ext cx="161290" cy="167640"/>
            </a:xfrm>
            <a:custGeom>
              <a:avLst/>
              <a:gdLst/>
              <a:ahLst/>
              <a:cxnLst/>
              <a:rect r="r" b="b" t="t" l="l"/>
              <a:pathLst>
                <a:path h="167640" w="161290">
                  <a:moveTo>
                    <a:pt x="161290" y="58420"/>
                  </a:moveTo>
                  <a:cubicBezTo>
                    <a:pt x="157480" y="116840"/>
                    <a:pt x="133350" y="147320"/>
                    <a:pt x="115570" y="157480"/>
                  </a:cubicBezTo>
                  <a:cubicBezTo>
                    <a:pt x="104140" y="165100"/>
                    <a:pt x="91440" y="167640"/>
                    <a:pt x="77470" y="165100"/>
                  </a:cubicBezTo>
                  <a:cubicBezTo>
                    <a:pt x="57150" y="161290"/>
                    <a:pt x="22860" y="144780"/>
                    <a:pt x="11430" y="125730"/>
                  </a:cubicBezTo>
                  <a:cubicBezTo>
                    <a:pt x="0" y="105410"/>
                    <a:pt x="1270" y="67310"/>
                    <a:pt x="7620" y="48260"/>
                  </a:cubicBezTo>
                  <a:cubicBezTo>
                    <a:pt x="11430" y="34290"/>
                    <a:pt x="19050" y="25400"/>
                    <a:pt x="31750" y="17780"/>
                  </a:cubicBezTo>
                  <a:cubicBezTo>
                    <a:pt x="48260" y="7620"/>
                    <a:pt x="87630" y="0"/>
                    <a:pt x="106680" y="3810"/>
                  </a:cubicBezTo>
                  <a:cubicBezTo>
                    <a:pt x="120650" y="6350"/>
                    <a:pt x="140970" y="24130"/>
                    <a:pt x="140970" y="24130"/>
                  </a:cubicBezTo>
                </a:path>
              </a:pathLst>
            </a:custGeom>
            <a:solidFill>
              <a:srgbClr val="94AAB8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13" id="13"/>
          <p:cNvGrpSpPr/>
          <p:nvPr/>
        </p:nvGrpSpPr>
        <p:grpSpPr>
          <a:xfrm rot="0">
            <a:off x="8724900" y="3016567"/>
            <a:ext cx="644843" cy="566738"/>
            <a:chOff x="0" y="0"/>
            <a:chExt cx="859790" cy="75565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50800" y="45720"/>
              <a:ext cx="760730" cy="659130"/>
            </a:xfrm>
            <a:custGeom>
              <a:avLst/>
              <a:gdLst/>
              <a:ahLst/>
              <a:cxnLst/>
              <a:rect r="r" b="b" t="t" l="l"/>
              <a:pathLst>
                <a:path h="659130" w="760730">
                  <a:moveTo>
                    <a:pt x="123190" y="10160"/>
                  </a:moveTo>
                  <a:cubicBezTo>
                    <a:pt x="515620" y="285750"/>
                    <a:pt x="695960" y="443230"/>
                    <a:pt x="739140" y="508000"/>
                  </a:cubicBezTo>
                  <a:cubicBezTo>
                    <a:pt x="754380" y="530860"/>
                    <a:pt x="758190" y="544830"/>
                    <a:pt x="758190" y="563880"/>
                  </a:cubicBezTo>
                  <a:cubicBezTo>
                    <a:pt x="758190" y="582930"/>
                    <a:pt x="751840" y="604520"/>
                    <a:pt x="740410" y="619760"/>
                  </a:cubicBezTo>
                  <a:cubicBezTo>
                    <a:pt x="728980" y="635000"/>
                    <a:pt x="709930" y="648970"/>
                    <a:pt x="692150" y="654050"/>
                  </a:cubicBezTo>
                  <a:cubicBezTo>
                    <a:pt x="673100" y="659130"/>
                    <a:pt x="650240" y="657860"/>
                    <a:pt x="632460" y="651510"/>
                  </a:cubicBezTo>
                  <a:cubicBezTo>
                    <a:pt x="614680" y="645160"/>
                    <a:pt x="596900" y="626110"/>
                    <a:pt x="586740" y="613410"/>
                  </a:cubicBezTo>
                  <a:cubicBezTo>
                    <a:pt x="580390" y="604520"/>
                    <a:pt x="576580" y="596900"/>
                    <a:pt x="575310" y="585470"/>
                  </a:cubicBezTo>
                  <a:cubicBezTo>
                    <a:pt x="572770" y="570230"/>
                    <a:pt x="575310" y="542290"/>
                    <a:pt x="581660" y="527050"/>
                  </a:cubicBezTo>
                  <a:cubicBezTo>
                    <a:pt x="585470" y="516890"/>
                    <a:pt x="589280" y="509270"/>
                    <a:pt x="598170" y="501650"/>
                  </a:cubicBezTo>
                  <a:cubicBezTo>
                    <a:pt x="609600" y="491490"/>
                    <a:pt x="631190" y="476250"/>
                    <a:pt x="648970" y="473710"/>
                  </a:cubicBezTo>
                  <a:cubicBezTo>
                    <a:pt x="668020" y="469900"/>
                    <a:pt x="693420" y="476250"/>
                    <a:pt x="708660" y="482600"/>
                  </a:cubicBezTo>
                  <a:cubicBezTo>
                    <a:pt x="718820" y="486410"/>
                    <a:pt x="725170" y="492760"/>
                    <a:pt x="732790" y="500380"/>
                  </a:cubicBezTo>
                  <a:cubicBezTo>
                    <a:pt x="739140" y="506730"/>
                    <a:pt x="745490" y="514350"/>
                    <a:pt x="749300" y="524510"/>
                  </a:cubicBezTo>
                  <a:cubicBezTo>
                    <a:pt x="754380" y="539750"/>
                    <a:pt x="760730" y="565150"/>
                    <a:pt x="756920" y="584200"/>
                  </a:cubicBezTo>
                  <a:cubicBezTo>
                    <a:pt x="753110" y="601980"/>
                    <a:pt x="740410" y="622300"/>
                    <a:pt x="726440" y="635000"/>
                  </a:cubicBezTo>
                  <a:cubicBezTo>
                    <a:pt x="712470" y="646430"/>
                    <a:pt x="690880" y="656590"/>
                    <a:pt x="671830" y="657860"/>
                  </a:cubicBezTo>
                  <a:cubicBezTo>
                    <a:pt x="652780" y="659130"/>
                    <a:pt x="638810" y="656590"/>
                    <a:pt x="614680" y="642620"/>
                  </a:cubicBezTo>
                  <a:cubicBezTo>
                    <a:pt x="543560" y="601980"/>
                    <a:pt x="378460" y="389890"/>
                    <a:pt x="266700" y="299720"/>
                  </a:cubicBezTo>
                  <a:cubicBezTo>
                    <a:pt x="180340" y="229870"/>
                    <a:pt x="49530" y="182880"/>
                    <a:pt x="16510" y="135890"/>
                  </a:cubicBezTo>
                  <a:cubicBezTo>
                    <a:pt x="1270" y="115570"/>
                    <a:pt x="0" y="95250"/>
                    <a:pt x="0" y="77470"/>
                  </a:cubicBezTo>
                  <a:cubicBezTo>
                    <a:pt x="1270" y="63500"/>
                    <a:pt x="5080" y="50800"/>
                    <a:pt x="13970" y="39370"/>
                  </a:cubicBezTo>
                  <a:cubicBezTo>
                    <a:pt x="24130" y="25400"/>
                    <a:pt x="44450" y="8890"/>
                    <a:pt x="63500" y="5080"/>
                  </a:cubicBezTo>
                  <a:cubicBezTo>
                    <a:pt x="81280" y="0"/>
                    <a:pt x="123190" y="10160"/>
                    <a:pt x="123190" y="10160"/>
                  </a:cubicBezTo>
                </a:path>
              </a:pathLst>
            </a:custGeom>
            <a:solidFill>
              <a:srgbClr val="94AAB8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15" id="15"/>
          <p:cNvGrpSpPr/>
          <p:nvPr/>
        </p:nvGrpSpPr>
        <p:grpSpPr>
          <a:xfrm rot="0">
            <a:off x="10100310" y="5636895"/>
            <a:ext cx="739140" cy="760095"/>
            <a:chOff x="0" y="0"/>
            <a:chExt cx="985520" cy="101346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48260" y="44450"/>
              <a:ext cx="889000" cy="922020"/>
            </a:xfrm>
            <a:custGeom>
              <a:avLst/>
              <a:gdLst/>
              <a:ahLst/>
              <a:cxnLst/>
              <a:rect r="r" b="b" t="t" l="l"/>
              <a:pathLst>
                <a:path h="922020" w="889000">
                  <a:moveTo>
                    <a:pt x="162560" y="48260"/>
                  </a:moveTo>
                  <a:cubicBezTo>
                    <a:pt x="226060" y="160020"/>
                    <a:pt x="314960" y="284480"/>
                    <a:pt x="394970" y="372110"/>
                  </a:cubicBezTo>
                  <a:cubicBezTo>
                    <a:pt x="483870" y="468630"/>
                    <a:pt x="619760" y="588010"/>
                    <a:pt x="704850" y="654050"/>
                  </a:cubicBezTo>
                  <a:cubicBezTo>
                    <a:pt x="756920" y="695960"/>
                    <a:pt x="808990" y="718820"/>
                    <a:pt x="839470" y="745490"/>
                  </a:cubicBezTo>
                  <a:cubicBezTo>
                    <a:pt x="857250" y="762000"/>
                    <a:pt x="871220" y="775970"/>
                    <a:pt x="878840" y="789940"/>
                  </a:cubicBezTo>
                  <a:cubicBezTo>
                    <a:pt x="883920" y="800100"/>
                    <a:pt x="886460" y="807720"/>
                    <a:pt x="886460" y="819150"/>
                  </a:cubicBezTo>
                  <a:cubicBezTo>
                    <a:pt x="886460" y="834390"/>
                    <a:pt x="882650" y="859790"/>
                    <a:pt x="872490" y="876300"/>
                  </a:cubicBezTo>
                  <a:cubicBezTo>
                    <a:pt x="862330" y="891540"/>
                    <a:pt x="844550" y="906780"/>
                    <a:pt x="826770" y="913130"/>
                  </a:cubicBezTo>
                  <a:cubicBezTo>
                    <a:pt x="808990" y="919480"/>
                    <a:pt x="783590" y="918210"/>
                    <a:pt x="767080" y="915670"/>
                  </a:cubicBezTo>
                  <a:cubicBezTo>
                    <a:pt x="756920" y="913130"/>
                    <a:pt x="749300" y="909320"/>
                    <a:pt x="740410" y="901700"/>
                  </a:cubicBezTo>
                  <a:cubicBezTo>
                    <a:pt x="728980" y="891540"/>
                    <a:pt x="711200" y="872490"/>
                    <a:pt x="706120" y="854710"/>
                  </a:cubicBezTo>
                  <a:cubicBezTo>
                    <a:pt x="699770" y="836930"/>
                    <a:pt x="701040" y="812800"/>
                    <a:pt x="707390" y="795020"/>
                  </a:cubicBezTo>
                  <a:cubicBezTo>
                    <a:pt x="713740" y="777240"/>
                    <a:pt x="731520" y="758190"/>
                    <a:pt x="744220" y="749300"/>
                  </a:cubicBezTo>
                  <a:cubicBezTo>
                    <a:pt x="753110" y="741680"/>
                    <a:pt x="762000" y="739140"/>
                    <a:pt x="772160" y="736600"/>
                  </a:cubicBezTo>
                  <a:cubicBezTo>
                    <a:pt x="781050" y="734060"/>
                    <a:pt x="789940" y="732790"/>
                    <a:pt x="801370" y="734060"/>
                  </a:cubicBezTo>
                  <a:cubicBezTo>
                    <a:pt x="816610" y="736600"/>
                    <a:pt x="842010" y="745490"/>
                    <a:pt x="855980" y="756920"/>
                  </a:cubicBezTo>
                  <a:cubicBezTo>
                    <a:pt x="869950" y="769620"/>
                    <a:pt x="881380" y="789940"/>
                    <a:pt x="885190" y="808990"/>
                  </a:cubicBezTo>
                  <a:cubicBezTo>
                    <a:pt x="889000" y="826770"/>
                    <a:pt x="885190" y="850900"/>
                    <a:pt x="877570" y="867410"/>
                  </a:cubicBezTo>
                  <a:cubicBezTo>
                    <a:pt x="868680" y="883920"/>
                    <a:pt x="852170" y="900430"/>
                    <a:pt x="835660" y="909320"/>
                  </a:cubicBezTo>
                  <a:cubicBezTo>
                    <a:pt x="819150" y="918210"/>
                    <a:pt x="800100" y="922020"/>
                    <a:pt x="777240" y="918210"/>
                  </a:cubicBezTo>
                  <a:cubicBezTo>
                    <a:pt x="741680" y="910590"/>
                    <a:pt x="692150" y="876300"/>
                    <a:pt x="651510" y="847090"/>
                  </a:cubicBezTo>
                  <a:cubicBezTo>
                    <a:pt x="601980" y="811530"/>
                    <a:pt x="543560" y="755650"/>
                    <a:pt x="506730" y="715010"/>
                  </a:cubicBezTo>
                  <a:cubicBezTo>
                    <a:pt x="480060" y="684530"/>
                    <a:pt x="472440" y="656590"/>
                    <a:pt x="444500" y="628650"/>
                  </a:cubicBezTo>
                  <a:cubicBezTo>
                    <a:pt x="408940" y="591820"/>
                    <a:pt x="345440" y="565150"/>
                    <a:pt x="299720" y="521970"/>
                  </a:cubicBezTo>
                  <a:cubicBezTo>
                    <a:pt x="247650" y="473710"/>
                    <a:pt x="199390" y="405130"/>
                    <a:pt x="154940" y="346710"/>
                  </a:cubicBezTo>
                  <a:cubicBezTo>
                    <a:pt x="111760" y="290830"/>
                    <a:pt x="63500" y="226060"/>
                    <a:pt x="36830" y="180340"/>
                  </a:cubicBezTo>
                  <a:cubicBezTo>
                    <a:pt x="20320" y="151130"/>
                    <a:pt x="6350" y="128270"/>
                    <a:pt x="2540" y="104140"/>
                  </a:cubicBezTo>
                  <a:cubicBezTo>
                    <a:pt x="0" y="83820"/>
                    <a:pt x="2540" y="60960"/>
                    <a:pt x="11430" y="44450"/>
                  </a:cubicBezTo>
                  <a:cubicBezTo>
                    <a:pt x="20320" y="27940"/>
                    <a:pt x="39370" y="12700"/>
                    <a:pt x="57150" y="6350"/>
                  </a:cubicBezTo>
                  <a:cubicBezTo>
                    <a:pt x="74930" y="0"/>
                    <a:pt x="100330" y="0"/>
                    <a:pt x="118110" y="7620"/>
                  </a:cubicBezTo>
                  <a:cubicBezTo>
                    <a:pt x="134620" y="13970"/>
                    <a:pt x="162560" y="48260"/>
                    <a:pt x="162560" y="48260"/>
                  </a:cubicBezTo>
                </a:path>
              </a:pathLst>
            </a:custGeom>
            <a:solidFill>
              <a:srgbClr val="94AAB8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17" id="17"/>
          <p:cNvGrpSpPr/>
          <p:nvPr/>
        </p:nvGrpSpPr>
        <p:grpSpPr>
          <a:xfrm rot="0">
            <a:off x="13448348" y="2546033"/>
            <a:ext cx="1091565" cy="437197"/>
            <a:chOff x="0" y="0"/>
            <a:chExt cx="1455420" cy="58293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48260" y="35560"/>
              <a:ext cx="1360170" cy="497840"/>
            </a:xfrm>
            <a:custGeom>
              <a:avLst/>
              <a:gdLst/>
              <a:ahLst/>
              <a:cxnLst/>
              <a:rect r="r" b="b" t="t" l="l"/>
              <a:pathLst>
                <a:path h="497840" w="1360170">
                  <a:moveTo>
                    <a:pt x="1285240" y="179070"/>
                  </a:moveTo>
                  <a:cubicBezTo>
                    <a:pt x="749300" y="250190"/>
                    <a:pt x="510540" y="336550"/>
                    <a:pt x="363220" y="389890"/>
                  </a:cubicBezTo>
                  <a:cubicBezTo>
                    <a:pt x="261620" y="427990"/>
                    <a:pt x="154940" y="486410"/>
                    <a:pt x="110490" y="495300"/>
                  </a:cubicBezTo>
                  <a:cubicBezTo>
                    <a:pt x="95250" y="497840"/>
                    <a:pt x="90170" y="497840"/>
                    <a:pt x="80010" y="494030"/>
                  </a:cubicBezTo>
                  <a:cubicBezTo>
                    <a:pt x="63500" y="490220"/>
                    <a:pt x="39370" y="478790"/>
                    <a:pt x="26670" y="463550"/>
                  </a:cubicBezTo>
                  <a:cubicBezTo>
                    <a:pt x="13970" y="449580"/>
                    <a:pt x="3810" y="426720"/>
                    <a:pt x="2540" y="407670"/>
                  </a:cubicBezTo>
                  <a:cubicBezTo>
                    <a:pt x="1270" y="388620"/>
                    <a:pt x="6350" y="364490"/>
                    <a:pt x="17780" y="349250"/>
                  </a:cubicBezTo>
                  <a:cubicBezTo>
                    <a:pt x="27940" y="332740"/>
                    <a:pt x="49530" y="317500"/>
                    <a:pt x="64770" y="311150"/>
                  </a:cubicBezTo>
                  <a:cubicBezTo>
                    <a:pt x="74930" y="306070"/>
                    <a:pt x="83820" y="304800"/>
                    <a:pt x="95250" y="304800"/>
                  </a:cubicBezTo>
                  <a:cubicBezTo>
                    <a:pt x="111760" y="306070"/>
                    <a:pt x="139700" y="314960"/>
                    <a:pt x="153670" y="322580"/>
                  </a:cubicBezTo>
                  <a:cubicBezTo>
                    <a:pt x="163830" y="328930"/>
                    <a:pt x="168910" y="335280"/>
                    <a:pt x="175260" y="345440"/>
                  </a:cubicBezTo>
                  <a:cubicBezTo>
                    <a:pt x="184150" y="359410"/>
                    <a:pt x="191770" y="387350"/>
                    <a:pt x="193040" y="403860"/>
                  </a:cubicBezTo>
                  <a:cubicBezTo>
                    <a:pt x="193040" y="415290"/>
                    <a:pt x="191770" y="422910"/>
                    <a:pt x="186690" y="433070"/>
                  </a:cubicBezTo>
                  <a:cubicBezTo>
                    <a:pt x="180340" y="448310"/>
                    <a:pt x="165100" y="471170"/>
                    <a:pt x="148590" y="481330"/>
                  </a:cubicBezTo>
                  <a:cubicBezTo>
                    <a:pt x="132080" y="491490"/>
                    <a:pt x="105410" y="495300"/>
                    <a:pt x="90170" y="495300"/>
                  </a:cubicBezTo>
                  <a:cubicBezTo>
                    <a:pt x="77470" y="495300"/>
                    <a:pt x="69850" y="494030"/>
                    <a:pt x="59690" y="487680"/>
                  </a:cubicBezTo>
                  <a:cubicBezTo>
                    <a:pt x="45720" y="480060"/>
                    <a:pt x="24130" y="463550"/>
                    <a:pt x="13970" y="447040"/>
                  </a:cubicBezTo>
                  <a:cubicBezTo>
                    <a:pt x="5080" y="430530"/>
                    <a:pt x="0" y="406400"/>
                    <a:pt x="2540" y="387350"/>
                  </a:cubicBezTo>
                  <a:cubicBezTo>
                    <a:pt x="5080" y="368300"/>
                    <a:pt x="19050" y="345440"/>
                    <a:pt x="30480" y="332740"/>
                  </a:cubicBezTo>
                  <a:cubicBezTo>
                    <a:pt x="38100" y="323850"/>
                    <a:pt x="41910" y="321310"/>
                    <a:pt x="55880" y="314960"/>
                  </a:cubicBezTo>
                  <a:cubicBezTo>
                    <a:pt x="88900" y="297180"/>
                    <a:pt x="196850" y="269240"/>
                    <a:pt x="251460" y="246380"/>
                  </a:cubicBezTo>
                  <a:cubicBezTo>
                    <a:pt x="292100" y="228600"/>
                    <a:pt x="306070" y="212090"/>
                    <a:pt x="355600" y="193040"/>
                  </a:cubicBezTo>
                  <a:cubicBezTo>
                    <a:pt x="467360" y="149860"/>
                    <a:pt x="808990" y="45720"/>
                    <a:pt x="916940" y="36830"/>
                  </a:cubicBezTo>
                  <a:cubicBezTo>
                    <a:pt x="960120" y="34290"/>
                    <a:pt x="977900" y="49530"/>
                    <a:pt x="1008380" y="46990"/>
                  </a:cubicBezTo>
                  <a:cubicBezTo>
                    <a:pt x="1040130" y="45720"/>
                    <a:pt x="1064260" y="29210"/>
                    <a:pt x="1099820" y="24130"/>
                  </a:cubicBezTo>
                  <a:cubicBezTo>
                    <a:pt x="1154430" y="15240"/>
                    <a:pt x="1259840" y="0"/>
                    <a:pt x="1301750" y="15240"/>
                  </a:cubicBezTo>
                  <a:cubicBezTo>
                    <a:pt x="1324610" y="22860"/>
                    <a:pt x="1338580" y="36830"/>
                    <a:pt x="1347470" y="53340"/>
                  </a:cubicBezTo>
                  <a:cubicBezTo>
                    <a:pt x="1356360" y="69850"/>
                    <a:pt x="1360170" y="95250"/>
                    <a:pt x="1355090" y="113030"/>
                  </a:cubicBezTo>
                  <a:cubicBezTo>
                    <a:pt x="1351280" y="130810"/>
                    <a:pt x="1336040" y="152400"/>
                    <a:pt x="1322070" y="163830"/>
                  </a:cubicBezTo>
                  <a:cubicBezTo>
                    <a:pt x="1311910" y="172720"/>
                    <a:pt x="1285240" y="179070"/>
                    <a:pt x="1285240" y="179070"/>
                  </a:cubicBezTo>
                </a:path>
              </a:pathLst>
            </a:custGeom>
            <a:solidFill>
              <a:srgbClr val="94AAB8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19" id="19"/>
          <p:cNvGrpSpPr/>
          <p:nvPr/>
        </p:nvGrpSpPr>
        <p:grpSpPr>
          <a:xfrm rot="0">
            <a:off x="13270230" y="2882265"/>
            <a:ext cx="192405" cy="199072"/>
            <a:chOff x="0" y="0"/>
            <a:chExt cx="256540" cy="26543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43180" y="50800"/>
              <a:ext cx="161290" cy="166370"/>
            </a:xfrm>
            <a:custGeom>
              <a:avLst/>
              <a:gdLst/>
              <a:ahLst/>
              <a:cxnLst/>
              <a:rect r="r" b="b" t="t" l="l"/>
              <a:pathLst>
                <a:path h="166370" w="161290">
                  <a:moveTo>
                    <a:pt x="161290" y="57150"/>
                  </a:moveTo>
                  <a:cubicBezTo>
                    <a:pt x="139700" y="144780"/>
                    <a:pt x="128270" y="152400"/>
                    <a:pt x="116840" y="157480"/>
                  </a:cubicBezTo>
                  <a:cubicBezTo>
                    <a:pt x="104140" y="162560"/>
                    <a:pt x="91440" y="166370"/>
                    <a:pt x="77470" y="163830"/>
                  </a:cubicBezTo>
                  <a:cubicBezTo>
                    <a:pt x="58420" y="160020"/>
                    <a:pt x="24130" y="143510"/>
                    <a:pt x="11430" y="124460"/>
                  </a:cubicBezTo>
                  <a:cubicBezTo>
                    <a:pt x="0" y="105410"/>
                    <a:pt x="1270" y="67310"/>
                    <a:pt x="7620" y="48260"/>
                  </a:cubicBezTo>
                  <a:cubicBezTo>
                    <a:pt x="11430" y="34290"/>
                    <a:pt x="21590" y="24130"/>
                    <a:pt x="31750" y="16510"/>
                  </a:cubicBezTo>
                  <a:cubicBezTo>
                    <a:pt x="41910" y="8890"/>
                    <a:pt x="53340" y="1270"/>
                    <a:pt x="67310" y="0"/>
                  </a:cubicBezTo>
                  <a:cubicBezTo>
                    <a:pt x="87630" y="0"/>
                    <a:pt x="140970" y="22860"/>
                    <a:pt x="140970" y="22860"/>
                  </a:cubicBezTo>
                </a:path>
              </a:pathLst>
            </a:custGeom>
            <a:solidFill>
              <a:srgbClr val="94AAB8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21" id="21"/>
          <p:cNvGrpSpPr/>
          <p:nvPr/>
        </p:nvGrpSpPr>
        <p:grpSpPr>
          <a:xfrm rot="0">
            <a:off x="13642657" y="8930640"/>
            <a:ext cx="1429702" cy="738188"/>
            <a:chOff x="0" y="0"/>
            <a:chExt cx="1906270" cy="98425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48260" y="46990"/>
              <a:ext cx="1809750" cy="891540"/>
            </a:xfrm>
            <a:custGeom>
              <a:avLst/>
              <a:gdLst/>
              <a:ahLst/>
              <a:cxnLst/>
              <a:rect r="r" b="b" t="t" l="l"/>
              <a:pathLst>
                <a:path h="891540" w="1809750">
                  <a:moveTo>
                    <a:pt x="1775460" y="153670"/>
                  </a:moveTo>
                  <a:cubicBezTo>
                    <a:pt x="1489710" y="318770"/>
                    <a:pt x="1410970" y="346710"/>
                    <a:pt x="1316990" y="381000"/>
                  </a:cubicBezTo>
                  <a:cubicBezTo>
                    <a:pt x="1197610" y="425450"/>
                    <a:pt x="1010920" y="469900"/>
                    <a:pt x="906780" y="511810"/>
                  </a:cubicBezTo>
                  <a:cubicBezTo>
                    <a:pt x="842010" y="539750"/>
                    <a:pt x="796290" y="574040"/>
                    <a:pt x="750570" y="590550"/>
                  </a:cubicBezTo>
                  <a:cubicBezTo>
                    <a:pt x="718820" y="601980"/>
                    <a:pt x="704850" y="595630"/>
                    <a:pt x="665480" y="609600"/>
                  </a:cubicBezTo>
                  <a:cubicBezTo>
                    <a:pt x="561340" y="646430"/>
                    <a:pt x="213360" y="867410"/>
                    <a:pt x="120650" y="886460"/>
                  </a:cubicBezTo>
                  <a:cubicBezTo>
                    <a:pt x="92710" y="891540"/>
                    <a:pt x="78740" y="890270"/>
                    <a:pt x="60960" y="882650"/>
                  </a:cubicBezTo>
                  <a:cubicBezTo>
                    <a:pt x="43180" y="875030"/>
                    <a:pt x="25400" y="859790"/>
                    <a:pt x="15240" y="843280"/>
                  </a:cubicBezTo>
                  <a:cubicBezTo>
                    <a:pt x="5080" y="826770"/>
                    <a:pt x="0" y="803910"/>
                    <a:pt x="2540" y="784860"/>
                  </a:cubicBezTo>
                  <a:cubicBezTo>
                    <a:pt x="5080" y="765810"/>
                    <a:pt x="17780" y="742950"/>
                    <a:pt x="27940" y="730250"/>
                  </a:cubicBezTo>
                  <a:cubicBezTo>
                    <a:pt x="35560" y="721360"/>
                    <a:pt x="41910" y="716280"/>
                    <a:pt x="52070" y="712470"/>
                  </a:cubicBezTo>
                  <a:cubicBezTo>
                    <a:pt x="67310" y="706120"/>
                    <a:pt x="95250" y="701040"/>
                    <a:pt x="111760" y="702310"/>
                  </a:cubicBezTo>
                  <a:cubicBezTo>
                    <a:pt x="123190" y="703580"/>
                    <a:pt x="130810" y="706120"/>
                    <a:pt x="140970" y="712470"/>
                  </a:cubicBezTo>
                  <a:cubicBezTo>
                    <a:pt x="153670" y="721360"/>
                    <a:pt x="173990" y="741680"/>
                    <a:pt x="181610" y="756920"/>
                  </a:cubicBezTo>
                  <a:cubicBezTo>
                    <a:pt x="186690" y="765810"/>
                    <a:pt x="189230" y="774700"/>
                    <a:pt x="189230" y="786130"/>
                  </a:cubicBezTo>
                  <a:cubicBezTo>
                    <a:pt x="189230" y="801370"/>
                    <a:pt x="186690" y="828040"/>
                    <a:pt x="176530" y="844550"/>
                  </a:cubicBezTo>
                  <a:cubicBezTo>
                    <a:pt x="166370" y="859790"/>
                    <a:pt x="148590" y="876300"/>
                    <a:pt x="130810" y="882650"/>
                  </a:cubicBezTo>
                  <a:cubicBezTo>
                    <a:pt x="113030" y="890270"/>
                    <a:pt x="88900" y="891540"/>
                    <a:pt x="71120" y="886460"/>
                  </a:cubicBezTo>
                  <a:cubicBezTo>
                    <a:pt x="52070" y="880110"/>
                    <a:pt x="33020" y="867410"/>
                    <a:pt x="21590" y="852170"/>
                  </a:cubicBezTo>
                  <a:cubicBezTo>
                    <a:pt x="10160" y="836930"/>
                    <a:pt x="2540" y="814070"/>
                    <a:pt x="2540" y="795020"/>
                  </a:cubicBezTo>
                  <a:cubicBezTo>
                    <a:pt x="2540" y="775970"/>
                    <a:pt x="3810" y="759460"/>
                    <a:pt x="21590" y="737870"/>
                  </a:cubicBezTo>
                  <a:cubicBezTo>
                    <a:pt x="77470" y="671830"/>
                    <a:pt x="379730" y="541020"/>
                    <a:pt x="527050" y="471170"/>
                  </a:cubicBezTo>
                  <a:cubicBezTo>
                    <a:pt x="638810" y="420370"/>
                    <a:pt x="717550" y="389890"/>
                    <a:pt x="824230" y="350520"/>
                  </a:cubicBezTo>
                  <a:cubicBezTo>
                    <a:pt x="947420" y="306070"/>
                    <a:pt x="1101090" y="269240"/>
                    <a:pt x="1226820" y="224790"/>
                  </a:cubicBezTo>
                  <a:cubicBezTo>
                    <a:pt x="1339850" y="184150"/>
                    <a:pt x="1457960" y="139700"/>
                    <a:pt x="1545590" y="96520"/>
                  </a:cubicBezTo>
                  <a:cubicBezTo>
                    <a:pt x="1609090" y="66040"/>
                    <a:pt x="1668780" y="12700"/>
                    <a:pt x="1705610" y="3810"/>
                  </a:cubicBezTo>
                  <a:cubicBezTo>
                    <a:pt x="1723390" y="0"/>
                    <a:pt x="1733550" y="1270"/>
                    <a:pt x="1746250" y="5080"/>
                  </a:cubicBezTo>
                  <a:cubicBezTo>
                    <a:pt x="1762760" y="11430"/>
                    <a:pt x="1784350" y="26670"/>
                    <a:pt x="1794510" y="41910"/>
                  </a:cubicBezTo>
                  <a:cubicBezTo>
                    <a:pt x="1804670" y="58420"/>
                    <a:pt x="1809750" y="82550"/>
                    <a:pt x="1805940" y="101600"/>
                  </a:cubicBezTo>
                  <a:cubicBezTo>
                    <a:pt x="1802130" y="120650"/>
                    <a:pt x="1775460" y="153670"/>
                    <a:pt x="1775460" y="153670"/>
                  </a:cubicBezTo>
                </a:path>
              </a:pathLst>
            </a:custGeom>
            <a:solidFill>
              <a:srgbClr val="94AAB8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23" id="23"/>
          <p:cNvGrpSpPr/>
          <p:nvPr/>
        </p:nvGrpSpPr>
        <p:grpSpPr>
          <a:xfrm rot="0">
            <a:off x="8903970" y="8929688"/>
            <a:ext cx="754380" cy="1043940"/>
            <a:chOff x="0" y="0"/>
            <a:chExt cx="1005840" cy="139192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46990" y="48260"/>
              <a:ext cx="909320" cy="1294130"/>
            </a:xfrm>
            <a:custGeom>
              <a:avLst/>
              <a:gdLst/>
              <a:ahLst/>
              <a:cxnLst/>
              <a:rect r="r" b="b" t="t" l="l"/>
              <a:pathLst>
                <a:path h="1294130" w="909320">
                  <a:moveTo>
                    <a:pt x="170180" y="63500"/>
                  </a:moveTo>
                  <a:cubicBezTo>
                    <a:pt x="335280" y="577850"/>
                    <a:pt x="342900" y="585470"/>
                    <a:pt x="367030" y="617220"/>
                  </a:cubicBezTo>
                  <a:cubicBezTo>
                    <a:pt x="408940" y="676910"/>
                    <a:pt x="491490" y="770890"/>
                    <a:pt x="570230" y="852170"/>
                  </a:cubicBezTo>
                  <a:cubicBezTo>
                    <a:pt x="662940" y="948690"/>
                    <a:pt x="858520" y="1084580"/>
                    <a:pt x="895350" y="1150620"/>
                  </a:cubicBezTo>
                  <a:cubicBezTo>
                    <a:pt x="908050" y="1174750"/>
                    <a:pt x="909320" y="1191260"/>
                    <a:pt x="906780" y="1210310"/>
                  </a:cubicBezTo>
                  <a:cubicBezTo>
                    <a:pt x="904240" y="1229360"/>
                    <a:pt x="894080" y="1250950"/>
                    <a:pt x="880110" y="1264920"/>
                  </a:cubicBezTo>
                  <a:cubicBezTo>
                    <a:pt x="867410" y="1277620"/>
                    <a:pt x="842010" y="1287780"/>
                    <a:pt x="826770" y="1291590"/>
                  </a:cubicBezTo>
                  <a:cubicBezTo>
                    <a:pt x="815340" y="1294130"/>
                    <a:pt x="806450" y="1294130"/>
                    <a:pt x="796290" y="1291590"/>
                  </a:cubicBezTo>
                  <a:cubicBezTo>
                    <a:pt x="779780" y="1286510"/>
                    <a:pt x="755650" y="1276350"/>
                    <a:pt x="742950" y="1261110"/>
                  </a:cubicBezTo>
                  <a:cubicBezTo>
                    <a:pt x="730250" y="1247140"/>
                    <a:pt x="721360" y="1221740"/>
                    <a:pt x="718820" y="1206500"/>
                  </a:cubicBezTo>
                  <a:cubicBezTo>
                    <a:pt x="716280" y="1195070"/>
                    <a:pt x="717550" y="1186180"/>
                    <a:pt x="721360" y="1176020"/>
                  </a:cubicBezTo>
                  <a:cubicBezTo>
                    <a:pt x="726440" y="1160780"/>
                    <a:pt x="741680" y="1135380"/>
                    <a:pt x="753110" y="1125220"/>
                  </a:cubicBezTo>
                  <a:cubicBezTo>
                    <a:pt x="762000" y="1116330"/>
                    <a:pt x="768350" y="1112520"/>
                    <a:pt x="779780" y="1108710"/>
                  </a:cubicBezTo>
                  <a:cubicBezTo>
                    <a:pt x="795020" y="1104900"/>
                    <a:pt x="821690" y="1102360"/>
                    <a:pt x="839470" y="1107440"/>
                  </a:cubicBezTo>
                  <a:cubicBezTo>
                    <a:pt x="858520" y="1112520"/>
                    <a:pt x="878840" y="1130300"/>
                    <a:pt x="889000" y="1141730"/>
                  </a:cubicBezTo>
                  <a:cubicBezTo>
                    <a:pt x="896620" y="1150620"/>
                    <a:pt x="900430" y="1158240"/>
                    <a:pt x="902970" y="1169670"/>
                  </a:cubicBezTo>
                  <a:cubicBezTo>
                    <a:pt x="906780" y="1184910"/>
                    <a:pt x="908050" y="1211580"/>
                    <a:pt x="901700" y="1229360"/>
                  </a:cubicBezTo>
                  <a:cubicBezTo>
                    <a:pt x="895350" y="1248410"/>
                    <a:pt x="880110" y="1267460"/>
                    <a:pt x="864870" y="1277620"/>
                  </a:cubicBezTo>
                  <a:cubicBezTo>
                    <a:pt x="848360" y="1287780"/>
                    <a:pt x="825500" y="1294130"/>
                    <a:pt x="806450" y="1292860"/>
                  </a:cubicBezTo>
                  <a:cubicBezTo>
                    <a:pt x="787400" y="1290320"/>
                    <a:pt x="774700" y="1283970"/>
                    <a:pt x="750570" y="1268730"/>
                  </a:cubicBezTo>
                  <a:cubicBezTo>
                    <a:pt x="690880" y="1230630"/>
                    <a:pt x="560070" y="1108710"/>
                    <a:pt x="472440" y="1019810"/>
                  </a:cubicBezTo>
                  <a:cubicBezTo>
                    <a:pt x="383540" y="930910"/>
                    <a:pt x="283210" y="821690"/>
                    <a:pt x="222250" y="735330"/>
                  </a:cubicBezTo>
                  <a:cubicBezTo>
                    <a:pt x="177800" y="671830"/>
                    <a:pt x="154940" y="633730"/>
                    <a:pt x="124460" y="558800"/>
                  </a:cubicBezTo>
                  <a:cubicBezTo>
                    <a:pt x="77470" y="441960"/>
                    <a:pt x="0" y="171450"/>
                    <a:pt x="3810" y="90170"/>
                  </a:cubicBezTo>
                  <a:cubicBezTo>
                    <a:pt x="3810" y="62230"/>
                    <a:pt x="10160" y="46990"/>
                    <a:pt x="22860" y="33020"/>
                  </a:cubicBezTo>
                  <a:cubicBezTo>
                    <a:pt x="34290" y="17780"/>
                    <a:pt x="55880" y="6350"/>
                    <a:pt x="74930" y="2540"/>
                  </a:cubicBezTo>
                  <a:cubicBezTo>
                    <a:pt x="93980" y="0"/>
                    <a:pt x="118110" y="5080"/>
                    <a:pt x="134620" y="15240"/>
                  </a:cubicBezTo>
                  <a:cubicBezTo>
                    <a:pt x="149860" y="25400"/>
                    <a:pt x="170180" y="63500"/>
                    <a:pt x="170180" y="63500"/>
                  </a:cubicBezTo>
                </a:path>
              </a:pathLst>
            </a:custGeom>
            <a:solidFill>
              <a:srgbClr val="94AAB8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25" id="25"/>
          <p:cNvGrpSpPr/>
          <p:nvPr/>
        </p:nvGrpSpPr>
        <p:grpSpPr>
          <a:xfrm rot="0">
            <a:off x="9654540" y="9873615"/>
            <a:ext cx="199072" cy="194310"/>
            <a:chOff x="0" y="0"/>
            <a:chExt cx="265430" cy="25908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49530" y="49530"/>
              <a:ext cx="162560" cy="167640"/>
            </a:xfrm>
            <a:custGeom>
              <a:avLst/>
              <a:gdLst/>
              <a:ahLst/>
              <a:cxnLst/>
              <a:rect r="r" b="b" t="t" l="l"/>
              <a:pathLst>
                <a:path h="167640" w="162560">
                  <a:moveTo>
                    <a:pt x="162560" y="58420"/>
                  </a:moveTo>
                  <a:cubicBezTo>
                    <a:pt x="158750" y="116840"/>
                    <a:pt x="138430" y="148590"/>
                    <a:pt x="116840" y="158750"/>
                  </a:cubicBezTo>
                  <a:cubicBezTo>
                    <a:pt x="96520" y="167640"/>
                    <a:pt x="58420" y="161290"/>
                    <a:pt x="40640" y="153670"/>
                  </a:cubicBezTo>
                  <a:cubicBezTo>
                    <a:pt x="27940" y="147320"/>
                    <a:pt x="19050" y="137160"/>
                    <a:pt x="12700" y="125730"/>
                  </a:cubicBezTo>
                  <a:cubicBezTo>
                    <a:pt x="6350" y="114300"/>
                    <a:pt x="0" y="102870"/>
                    <a:pt x="1270" y="87630"/>
                  </a:cubicBezTo>
                  <a:cubicBezTo>
                    <a:pt x="2540" y="68580"/>
                    <a:pt x="17780" y="31750"/>
                    <a:pt x="33020" y="17780"/>
                  </a:cubicBezTo>
                  <a:cubicBezTo>
                    <a:pt x="41910" y="7620"/>
                    <a:pt x="54610" y="2540"/>
                    <a:pt x="68580" y="1270"/>
                  </a:cubicBezTo>
                  <a:cubicBezTo>
                    <a:pt x="88900" y="0"/>
                    <a:pt x="142240" y="24130"/>
                    <a:pt x="142240" y="24130"/>
                  </a:cubicBezTo>
                </a:path>
              </a:pathLst>
            </a:custGeom>
            <a:solidFill>
              <a:srgbClr val="94AAB8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27" id="27"/>
          <p:cNvGrpSpPr/>
          <p:nvPr/>
        </p:nvGrpSpPr>
        <p:grpSpPr>
          <a:xfrm rot="0">
            <a:off x="6782753" y="6224588"/>
            <a:ext cx="1232535" cy="718185"/>
            <a:chOff x="0" y="0"/>
            <a:chExt cx="1643380" cy="95758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44450" y="50800"/>
              <a:ext cx="1551940" cy="857250"/>
            </a:xfrm>
            <a:custGeom>
              <a:avLst/>
              <a:gdLst/>
              <a:ahLst/>
              <a:cxnLst/>
              <a:rect r="r" b="b" t="t" l="l"/>
              <a:pathLst>
                <a:path h="857250" w="1551940">
                  <a:moveTo>
                    <a:pt x="123190" y="8890"/>
                  </a:moveTo>
                  <a:cubicBezTo>
                    <a:pt x="278130" y="78740"/>
                    <a:pt x="505460" y="128270"/>
                    <a:pt x="612140" y="167640"/>
                  </a:cubicBezTo>
                  <a:cubicBezTo>
                    <a:pt x="680720" y="194310"/>
                    <a:pt x="709930" y="218440"/>
                    <a:pt x="777240" y="247650"/>
                  </a:cubicBezTo>
                  <a:cubicBezTo>
                    <a:pt x="877570" y="290830"/>
                    <a:pt x="1083310" y="353060"/>
                    <a:pt x="1162050" y="392430"/>
                  </a:cubicBezTo>
                  <a:cubicBezTo>
                    <a:pt x="1200150" y="411480"/>
                    <a:pt x="1207770" y="417830"/>
                    <a:pt x="1240790" y="444500"/>
                  </a:cubicBezTo>
                  <a:cubicBezTo>
                    <a:pt x="1310640" y="497840"/>
                    <a:pt x="1506220" y="656590"/>
                    <a:pt x="1539240" y="718820"/>
                  </a:cubicBezTo>
                  <a:cubicBezTo>
                    <a:pt x="1551940" y="744220"/>
                    <a:pt x="1549400" y="763270"/>
                    <a:pt x="1546860" y="779780"/>
                  </a:cubicBezTo>
                  <a:cubicBezTo>
                    <a:pt x="1545590" y="791210"/>
                    <a:pt x="1543050" y="798830"/>
                    <a:pt x="1536700" y="807720"/>
                  </a:cubicBezTo>
                  <a:cubicBezTo>
                    <a:pt x="1526540" y="821690"/>
                    <a:pt x="1506220" y="840740"/>
                    <a:pt x="1490980" y="848360"/>
                  </a:cubicBezTo>
                  <a:cubicBezTo>
                    <a:pt x="1480820" y="853440"/>
                    <a:pt x="1471930" y="854710"/>
                    <a:pt x="1461770" y="855980"/>
                  </a:cubicBezTo>
                  <a:cubicBezTo>
                    <a:pt x="1451610" y="855980"/>
                    <a:pt x="1441450" y="855980"/>
                    <a:pt x="1431290" y="853440"/>
                  </a:cubicBezTo>
                  <a:cubicBezTo>
                    <a:pt x="1416050" y="847090"/>
                    <a:pt x="1391920" y="835660"/>
                    <a:pt x="1380490" y="820420"/>
                  </a:cubicBezTo>
                  <a:cubicBezTo>
                    <a:pt x="1367790" y="805180"/>
                    <a:pt x="1360170" y="782320"/>
                    <a:pt x="1360170" y="763270"/>
                  </a:cubicBezTo>
                  <a:cubicBezTo>
                    <a:pt x="1358900" y="744220"/>
                    <a:pt x="1369060" y="720090"/>
                    <a:pt x="1377950" y="706120"/>
                  </a:cubicBezTo>
                  <a:cubicBezTo>
                    <a:pt x="1383030" y="695960"/>
                    <a:pt x="1389380" y="689610"/>
                    <a:pt x="1399540" y="684530"/>
                  </a:cubicBezTo>
                  <a:cubicBezTo>
                    <a:pt x="1413510" y="675640"/>
                    <a:pt x="1437640" y="665480"/>
                    <a:pt x="1456690" y="666750"/>
                  </a:cubicBezTo>
                  <a:cubicBezTo>
                    <a:pt x="1475740" y="666750"/>
                    <a:pt x="1498600" y="675640"/>
                    <a:pt x="1513840" y="687070"/>
                  </a:cubicBezTo>
                  <a:cubicBezTo>
                    <a:pt x="1529080" y="699770"/>
                    <a:pt x="1541780" y="720090"/>
                    <a:pt x="1545590" y="739140"/>
                  </a:cubicBezTo>
                  <a:cubicBezTo>
                    <a:pt x="1550670" y="756920"/>
                    <a:pt x="1545590" y="783590"/>
                    <a:pt x="1540510" y="798830"/>
                  </a:cubicBezTo>
                  <a:cubicBezTo>
                    <a:pt x="1536700" y="810260"/>
                    <a:pt x="1532890" y="816610"/>
                    <a:pt x="1524000" y="824230"/>
                  </a:cubicBezTo>
                  <a:cubicBezTo>
                    <a:pt x="1512570" y="835660"/>
                    <a:pt x="1490980" y="850900"/>
                    <a:pt x="1471930" y="854710"/>
                  </a:cubicBezTo>
                  <a:cubicBezTo>
                    <a:pt x="1452880" y="857250"/>
                    <a:pt x="1433830" y="855980"/>
                    <a:pt x="1412240" y="845820"/>
                  </a:cubicBezTo>
                  <a:cubicBezTo>
                    <a:pt x="1376680" y="830580"/>
                    <a:pt x="1322070" y="778510"/>
                    <a:pt x="1287780" y="744220"/>
                  </a:cubicBezTo>
                  <a:cubicBezTo>
                    <a:pt x="1258570" y="715010"/>
                    <a:pt x="1245870" y="684530"/>
                    <a:pt x="1215390" y="656590"/>
                  </a:cubicBezTo>
                  <a:cubicBezTo>
                    <a:pt x="1177290" y="622300"/>
                    <a:pt x="1141730" y="594360"/>
                    <a:pt x="1075690" y="556260"/>
                  </a:cubicBezTo>
                  <a:cubicBezTo>
                    <a:pt x="942340" y="481330"/>
                    <a:pt x="579120" y="328930"/>
                    <a:pt x="434340" y="281940"/>
                  </a:cubicBezTo>
                  <a:cubicBezTo>
                    <a:pt x="363220" y="260350"/>
                    <a:pt x="327660" y="265430"/>
                    <a:pt x="270510" y="247650"/>
                  </a:cubicBezTo>
                  <a:cubicBezTo>
                    <a:pt x="200660" y="227330"/>
                    <a:pt x="90170" y="189230"/>
                    <a:pt x="48260" y="160020"/>
                  </a:cubicBezTo>
                  <a:cubicBezTo>
                    <a:pt x="26670" y="146050"/>
                    <a:pt x="13970" y="133350"/>
                    <a:pt x="7620" y="116840"/>
                  </a:cubicBezTo>
                  <a:cubicBezTo>
                    <a:pt x="0" y="99060"/>
                    <a:pt x="0" y="73660"/>
                    <a:pt x="6350" y="57150"/>
                  </a:cubicBezTo>
                  <a:cubicBezTo>
                    <a:pt x="12700" y="39370"/>
                    <a:pt x="30480" y="20320"/>
                    <a:pt x="44450" y="11430"/>
                  </a:cubicBezTo>
                  <a:cubicBezTo>
                    <a:pt x="57150" y="3810"/>
                    <a:pt x="71120" y="1270"/>
                    <a:pt x="83820" y="0"/>
                  </a:cubicBezTo>
                  <a:cubicBezTo>
                    <a:pt x="96520" y="0"/>
                    <a:pt x="123190" y="8890"/>
                    <a:pt x="123190" y="8890"/>
                  </a:cubicBezTo>
                </a:path>
              </a:pathLst>
            </a:custGeom>
            <a:solidFill>
              <a:srgbClr val="94AAB8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29" id="29"/>
          <p:cNvGrpSpPr/>
          <p:nvPr/>
        </p:nvGrpSpPr>
        <p:grpSpPr>
          <a:xfrm rot="0">
            <a:off x="5384482" y="9655493"/>
            <a:ext cx="1075373" cy="485775"/>
            <a:chOff x="0" y="0"/>
            <a:chExt cx="1433830" cy="64770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49530" y="46990"/>
              <a:ext cx="1338580" cy="551180"/>
            </a:xfrm>
            <a:custGeom>
              <a:avLst/>
              <a:gdLst/>
              <a:ahLst/>
              <a:cxnLst/>
              <a:rect r="r" b="b" t="t" l="l"/>
              <a:pathLst>
                <a:path h="551180" w="1338580">
                  <a:moveTo>
                    <a:pt x="1290320" y="162560"/>
                  </a:moveTo>
                  <a:cubicBezTo>
                    <a:pt x="981710" y="293370"/>
                    <a:pt x="933450" y="289560"/>
                    <a:pt x="855980" y="311150"/>
                  </a:cubicBezTo>
                  <a:cubicBezTo>
                    <a:pt x="731520" y="345440"/>
                    <a:pt x="519430" y="440690"/>
                    <a:pt x="381000" y="482600"/>
                  </a:cubicBezTo>
                  <a:cubicBezTo>
                    <a:pt x="278130" y="514350"/>
                    <a:pt x="161290" y="548640"/>
                    <a:pt x="102870" y="548640"/>
                  </a:cubicBezTo>
                  <a:cubicBezTo>
                    <a:pt x="77470" y="549910"/>
                    <a:pt x="60960" y="546100"/>
                    <a:pt x="45720" y="535940"/>
                  </a:cubicBezTo>
                  <a:cubicBezTo>
                    <a:pt x="29210" y="527050"/>
                    <a:pt x="13970" y="505460"/>
                    <a:pt x="7620" y="491490"/>
                  </a:cubicBezTo>
                  <a:cubicBezTo>
                    <a:pt x="2540" y="481330"/>
                    <a:pt x="0" y="473710"/>
                    <a:pt x="1270" y="462280"/>
                  </a:cubicBezTo>
                  <a:cubicBezTo>
                    <a:pt x="1270" y="445770"/>
                    <a:pt x="6350" y="420370"/>
                    <a:pt x="16510" y="405130"/>
                  </a:cubicBezTo>
                  <a:cubicBezTo>
                    <a:pt x="26670" y="388620"/>
                    <a:pt x="45720" y="374650"/>
                    <a:pt x="63500" y="368300"/>
                  </a:cubicBezTo>
                  <a:cubicBezTo>
                    <a:pt x="81280" y="363220"/>
                    <a:pt x="107950" y="364490"/>
                    <a:pt x="123190" y="368300"/>
                  </a:cubicBezTo>
                  <a:cubicBezTo>
                    <a:pt x="134620" y="372110"/>
                    <a:pt x="140970" y="375920"/>
                    <a:pt x="149860" y="383540"/>
                  </a:cubicBezTo>
                  <a:cubicBezTo>
                    <a:pt x="161290" y="393700"/>
                    <a:pt x="177800" y="414020"/>
                    <a:pt x="182880" y="431800"/>
                  </a:cubicBezTo>
                  <a:cubicBezTo>
                    <a:pt x="187960" y="450850"/>
                    <a:pt x="184150" y="476250"/>
                    <a:pt x="180340" y="491490"/>
                  </a:cubicBezTo>
                  <a:cubicBezTo>
                    <a:pt x="176530" y="501650"/>
                    <a:pt x="172720" y="509270"/>
                    <a:pt x="163830" y="516890"/>
                  </a:cubicBezTo>
                  <a:cubicBezTo>
                    <a:pt x="152400" y="528320"/>
                    <a:pt x="132080" y="543560"/>
                    <a:pt x="113030" y="547370"/>
                  </a:cubicBezTo>
                  <a:cubicBezTo>
                    <a:pt x="95250" y="551180"/>
                    <a:pt x="71120" y="548640"/>
                    <a:pt x="54610" y="541020"/>
                  </a:cubicBezTo>
                  <a:cubicBezTo>
                    <a:pt x="36830" y="533400"/>
                    <a:pt x="20320" y="513080"/>
                    <a:pt x="11430" y="500380"/>
                  </a:cubicBezTo>
                  <a:cubicBezTo>
                    <a:pt x="5080" y="490220"/>
                    <a:pt x="2540" y="482600"/>
                    <a:pt x="1270" y="471170"/>
                  </a:cubicBezTo>
                  <a:cubicBezTo>
                    <a:pt x="0" y="455930"/>
                    <a:pt x="2540" y="429260"/>
                    <a:pt x="11430" y="412750"/>
                  </a:cubicBezTo>
                  <a:cubicBezTo>
                    <a:pt x="20320" y="396240"/>
                    <a:pt x="33020" y="383540"/>
                    <a:pt x="54610" y="372110"/>
                  </a:cubicBezTo>
                  <a:cubicBezTo>
                    <a:pt x="96520" y="350520"/>
                    <a:pt x="175260" y="353060"/>
                    <a:pt x="259080" y="330200"/>
                  </a:cubicBezTo>
                  <a:cubicBezTo>
                    <a:pt x="400050" y="292100"/>
                    <a:pt x="671830" y="176530"/>
                    <a:pt x="817880" y="137160"/>
                  </a:cubicBezTo>
                  <a:cubicBezTo>
                    <a:pt x="909320" y="113030"/>
                    <a:pt x="975360" y="118110"/>
                    <a:pt x="1046480" y="93980"/>
                  </a:cubicBezTo>
                  <a:cubicBezTo>
                    <a:pt x="1113790" y="72390"/>
                    <a:pt x="1187450" y="11430"/>
                    <a:pt x="1234440" y="3810"/>
                  </a:cubicBezTo>
                  <a:cubicBezTo>
                    <a:pt x="1258570" y="0"/>
                    <a:pt x="1277620" y="2540"/>
                    <a:pt x="1294130" y="12700"/>
                  </a:cubicBezTo>
                  <a:cubicBezTo>
                    <a:pt x="1310640" y="21590"/>
                    <a:pt x="1325880" y="40640"/>
                    <a:pt x="1332230" y="58420"/>
                  </a:cubicBezTo>
                  <a:cubicBezTo>
                    <a:pt x="1338580" y="76200"/>
                    <a:pt x="1338580" y="100330"/>
                    <a:pt x="1330960" y="118110"/>
                  </a:cubicBezTo>
                  <a:cubicBezTo>
                    <a:pt x="1324610" y="135890"/>
                    <a:pt x="1290320" y="162560"/>
                    <a:pt x="1290320" y="162560"/>
                  </a:cubicBezTo>
                </a:path>
              </a:pathLst>
            </a:custGeom>
            <a:solidFill>
              <a:srgbClr val="94AAB8"/>
            </a:solidFill>
            <a:ln cap="sq">
              <a:noFill/>
              <a:prstDash val="solid"/>
              <a:miter/>
            </a:ln>
          </p:spPr>
        </p:sp>
      </p:grpSp>
      <p:sp>
        <p:nvSpPr>
          <p:cNvPr name="TextBox 31" id="31"/>
          <p:cNvSpPr txBox="true"/>
          <p:nvPr/>
        </p:nvSpPr>
        <p:spPr>
          <a:xfrm rot="0">
            <a:off x="2520505" y="7216774"/>
            <a:ext cx="5004474" cy="17138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9"/>
              </a:lnSpc>
            </a:pPr>
            <a:r>
              <a:rPr lang="en-US" b="true" sz="3999">
                <a:solidFill>
                  <a:srgbClr val="3B365F"/>
                </a:solidFill>
                <a:latin typeface="Coco Gothic Bold"/>
                <a:ea typeface="Coco Gothic Bold"/>
                <a:cs typeface="Coco Gothic Bold"/>
                <a:sym typeface="Coco Gothic Bold"/>
              </a:rPr>
              <a:t>3</a:t>
            </a:r>
          </a:p>
          <a:p>
            <a:pPr algn="ctr" marL="604518" indent="-302259" lvl="1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3B365F"/>
                </a:solidFill>
                <a:latin typeface="Coco Gothic"/>
                <a:ea typeface="Coco Gothic"/>
                <a:cs typeface="Coco Gothic"/>
                <a:sym typeface="Coco Gothic"/>
              </a:rPr>
              <a:t>MODEL DEVELOPMENT</a:t>
            </a:r>
          </a:p>
          <a:p>
            <a:pPr algn="ctr" marL="604518" indent="-302259" lvl="1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3B365F"/>
                </a:solidFill>
                <a:latin typeface="Coco Gothic"/>
                <a:ea typeface="Coco Gothic"/>
                <a:cs typeface="Coco Gothic"/>
                <a:sym typeface="Coco Gothic"/>
              </a:rPr>
              <a:t>PREDICTIVE ANALYSIS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9510813" y="7540040"/>
            <a:ext cx="5004474" cy="12185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9"/>
              </a:lnSpc>
            </a:pPr>
            <a:r>
              <a:rPr lang="en-US" b="true" sz="3999">
                <a:solidFill>
                  <a:srgbClr val="3B365F"/>
                </a:solidFill>
                <a:latin typeface="Coco Gothic Bold"/>
                <a:ea typeface="Coco Gothic Bold"/>
                <a:cs typeface="Coco Gothic Bold"/>
                <a:sym typeface="Coco Gothic Bold"/>
              </a:rPr>
              <a:t>4</a:t>
            </a:r>
          </a:p>
          <a:p>
            <a:pPr algn="ctr" marL="604518" indent="-302259" lvl="1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3B365F"/>
                </a:solidFill>
                <a:latin typeface="Coco Gothic"/>
                <a:ea typeface="Coco Gothic"/>
                <a:cs typeface="Coco Gothic"/>
                <a:sym typeface="Coco Gothic"/>
              </a:rPr>
              <a:t>RECOMMENDATIONS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3106102" y="3312809"/>
            <a:ext cx="5004474" cy="22091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9"/>
              </a:lnSpc>
            </a:pPr>
            <a:r>
              <a:rPr lang="en-US" b="true" sz="3999">
                <a:solidFill>
                  <a:srgbClr val="3B365F"/>
                </a:solidFill>
                <a:latin typeface="Coco Gothic Bold"/>
                <a:ea typeface="Coco Gothic Bold"/>
                <a:cs typeface="Coco Gothic Bold"/>
                <a:sym typeface="Coco Gothic Bold"/>
              </a:rPr>
              <a:t>1</a:t>
            </a:r>
          </a:p>
          <a:p>
            <a:pPr algn="ctr" marL="604518" indent="-302259" lvl="1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3B365F"/>
                </a:solidFill>
                <a:latin typeface="Coco Gothic"/>
                <a:ea typeface="Coco Gothic"/>
                <a:cs typeface="Coco Gothic"/>
                <a:sym typeface="Coco Gothic"/>
              </a:rPr>
              <a:t>INTRODUCTION</a:t>
            </a:r>
          </a:p>
          <a:p>
            <a:pPr algn="ctr" marL="604518" indent="-302259" lvl="1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3B365F"/>
                </a:solidFill>
                <a:latin typeface="Coco Gothic"/>
                <a:ea typeface="Coco Gothic"/>
                <a:cs typeface="Coco Gothic"/>
                <a:sym typeface="Coco Gothic"/>
              </a:rPr>
              <a:t>ISSUE OVERVIEW</a:t>
            </a:r>
          </a:p>
          <a:p>
            <a:pPr algn="ctr" marL="604518" indent="-302259" lvl="1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3B365F"/>
                </a:solidFill>
                <a:latin typeface="Coco Gothic"/>
                <a:ea typeface="Coco Gothic"/>
                <a:cs typeface="Coco Gothic"/>
                <a:sym typeface="Coco Gothic"/>
              </a:rPr>
              <a:t>DATA DICTIONARY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9754076" y="3478530"/>
            <a:ext cx="6601876" cy="22091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9"/>
              </a:lnSpc>
            </a:pPr>
            <a:r>
              <a:rPr lang="en-US" b="true" sz="3999">
                <a:solidFill>
                  <a:srgbClr val="3B365F"/>
                </a:solidFill>
                <a:latin typeface="Coco Gothic Bold"/>
                <a:ea typeface="Coco Gothic Bold"/>
                <a:cs typeface="Coco Gothic Bold"/>
                <a:sym typeface="Coco Gothic Bold"/>
              </a:rPr>
              <a:t>2</a:t>
            </a:r>
          </a:p>
          <a:p>
            <a:pPr algn="ctr" marL="604518" indent="-302259" lvl="1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3B365F"/>
                </a:solidFill>
                <a:latin typeface="Coco Gothic"/>
                <a:ea typeface="Coco Gothic"/>
                <a:cs typeface="Coco Gothic"/>
                <a:sym typeface="Coco Gothic"/>
              </a:rPr>
              <a:t>DATA PREPROCESSING</a:t>
            </a:r>
          </a:p>
          <a:p>
            <a:pPr algn="ctr" marL="604518" indent="-302259" lvl="1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3B365F"/>
                </a:solidFill>
                <a:latin typeface="Coco Gothic"/>
                <a:ea typeface="Coco Gothic"/>
                <a:cs typeface="Coco Gothic"/>
                <a:sym typeface="Coco Gothic"/>
              </a:rPr>
              <a:t>EXPLORATORY DATA ANALYSIS</a:t>
            </a:r>
          </a:p>
          <a:p>
            <a:pPr algn="ctr">
              <a:lnSpc>
                <a:spcPts val="3919"/>
              </a:lnSpc>
            </a:pPr>
          </a:p>
        </p:txBody>
      </p:sp>
      <p:sp>
        <p:nvSpPr>
          <p:cNvPr name="TextBox 35" id="35"/>
          <p:cNvSpPr txBox="true"/>
          <p:nvPr/>
        </p:nvSpPr>
        <p:spPr>
          <a:xfrm rot="0">
            <a:off x="2855505" y="396359"/>
            <a:ext cx="12576991" cy="1120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100"/>
              </a:lnSpc>
            </a:pPr>
            <a:r>
              <a:rPr lang="en-US" sz="6500">
                <a:solidFill>
                  <a:srgbClr val="3B365F"/>
                </a:solidFill>
                <a:latin typeface="TAN Headline"/>
                <a:ea typeface="TAN Headline"/>
                <a:cs typeface="TAN Headline"/>
                <a:sym typeface="TAN Headline"/>
              </a:rPr>
              <a:t>TABLE OF CONTENT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0F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5755965">
            <a:off x="-2596635" y="-6569350"/>
            <a:ext cx="9743832" cy="10202966"/>
          </a:xfrm>
          <a:custGeom>
            <a:avLst/>
            <a:gdLst/>
            <a:ahLst/>
            <a:cxnLst/>
            <a:rect r="r" b="b" t="t" l="l"/>
            <a:pathLst>
              <a:path h="10202966" w="9743832">
                <a:moveTo>
                  <a:pt x="0" y="0"/>
                </a:moveTo>
                <a:lnTo>
                  <a:pt x="9743832" y="0"/>
                </a:lnTo>
                <a:lnTo>
                  <a:pt x="9743832" y="10202965"/>
                </a:lnTo>
                <a:lnTo>
                  <a:pt x="0" y="1020296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2386301">
            <a:off x="10358985" y="-3230434"/>
            <a:ext cx="9743832" cy="10202966"/>
          </a:xfrm>
          <a:custGeom>
            <a:avLst/>
            <a:gdLst/>
            <a:ahLst/>
            <a:cxnLst/>
            <a:rect r="r" b="b" t="t" l="l"/>
            <a:pathLst>
              <a:path h="10202966" w="9743832">
                <a:moveTo>
                  <a:pt x="0" y="0"/>
                </a:moveTo>
                <a:lnTo>
                  <a:pt x="9743833" y="0"/>
                </a:lnTo>
                <a:lnTo>
                  <a:pt x="9743833" y="10202965"/>
                </a:lnTo>
                <a:lnTo>
                  <a:pt x="0" y="1020296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false" rot="-441338">
            <a:off x="1642742" y="826055"/>
            <a:ext cx="16065837" cy="10084176"/>
          </a:xfrm>
          <a:custGeom>
            <a:avLst/>
            <a:gdLst/>
            <a:ahLst/>
            <a:cxnLst/>
            <a:rect r="r" b="b" t="t" l="l"/>
            <a:pathLst>
              <a:path h="10084176" w="16065837">
                <a:moveTo>
                  <a:pt x="16065837" y="0"/>
                </a:moveTo>
                <a:lnTo>
                  <a:pt x="0" y="0"/>
                </a:lnTo>
                <a:lnTo>
                  <a:pt x="0" y="10084176"/>
                </a:lnTo>
                <a:lnTo>
                  <a:pt x="16065837" y="10084176"/>
                </a:lnTo>
                <a:lnTo>
                  <a:pt x="16065837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false" rot="0">
            <a:off x="14547103" y="3415779"/>
            <a:ext cx="3740897" cy="10287468"/>
          </a:xfrm>
          <a:custGeom>
            <a:avLst/>
            <a:gdLst/>
            <a:ahLst/>
            <a:cxnLst/>
            <a:rect r="r" b="b" t="t" l="l"/>
            <a:pathLst>
              <a:path h="10287468" w="3740897">
                <a:moveTo>
                  <a:pt x="3740897" y="0"/>
                </a:moveTo>
                <a:lnTo>
                  <a:pt x="0" y="0"/>
                </a:lnTo>
                <a:lnTo>
                  <a:pt x="0" y="10287467"/>
                </a:lnTo>
                <a:lnTo>
                  <a:pt x="3740897" y="10287467"/>
                </a:lnTo>
                <a:lnTo>
                  <a:pt x="3740897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582274" y="2956675"/>
            <a:ext cx="2273231" cy="7063711"/>
          </a:xfrm>
          <a:custGeom>
            <a:avLst/>
            <a:gdLst/>
            <a:ahLst/>
            <a:cxnLst/>
            <a:rect r="r" b="b" t="t" l="l"/>
            <a:pathLst>
              <a:path h="7063711" w="2273231">
                <a:moveTo>
                  <a:pt x="0" y="0"/>
                </a:moveTo>
                <a:lnTo>
                  <a:pt x="2273231" y="0"/>
                </a:lnTo>
                <a:lnTo>
                  <a:pt x="2273231" y="7063711"/>
                </a:lnTo>
                <a:lnTo>
                  <a:pt x="0" y="7063711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3177430" y="3379578"/>
            <a:ext cx="11369673" cy="47950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12"/>
              </a:lnSpc>
            </a:pPr>
            <a:r>
              <a:rPr lang="en-US" sz="2722">
                <a:solidFill>
                  <a:srgbClr val="3B365F"/>
                </a:solidFill>
                <a:latin typeface="TAN Headline"/>
                <a:ea typeface="TAN Headline"/>
                <a:cs typeface="TAN Headline"/>
                <a:sym typeface="TAN Headline"/>
              </a:rPr>
              <a:t>Montanaro Hospital, a 260-bed healthcare facility with a 23-bed Observation Unit (OU), is overseen by Dr. Erin Kelly. The OU plays an essential role in managing patient care, specifically for those with complex, non-critical symptoms.</a:t>
            </a:r>
          </a:p>
          <a:p>
            <a:pPr algn="l">
              <a:lnSpc>
                <a:spcPts val="3812"/>
              </a:lnSpc>
            </a:pPr>
          </a:p>
          <a:p>
            <a:pPr algn="l">
              <a:lnSpc>
                <a:spcPts val="3812"/>
              </a:lnSpc>
            </a:pPr>
            <a:r>
              <a:rPr lang="en-US" sz="2722">
                <a:solidFill>
                  <a:srgbClr val="3B365F"/>
                </a:solidFill>
                <a:latin typeface="TAN Headline"/>
                <a:ea typeface="TAN Headline"/>
                <a:cs typeface="TAN Headline"/>
                <a:sym typeface="TAN Headline"/>
              </a:rPr>
              <a:t> It serves as a vital bridge between the emergency department and full inpatient admission, enabling close monitoring of patients who may not require immediate hospitalization but still need careful observation.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2855505" y="895350"/>
            <a:ext cx="12576991" cy="1120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100"/>
              </a:lnSpc>
            </a:pPr>
            <a:r>
              <a:rPr lang="en-US" sz="6500">
                <a:solidFill>
                  <a:srgbClr val="3B365F"/>
                </a:solidFill>
                <a:latin typeface="TAN Headline"/>
                <a:ea typeface="TAN Headline"/>
                <a:cs typeface="TAN Headline"/>
                <a:sym typeface="TAN Headline"/>
              </a:rPr>
              <a:t>INTRODUCTION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0F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6262171">
            <a:off x="8699606" y="-2315196"/>
            <a:ext cx="9743832" cy="10202966"/>
          </a:xfrm>
          <a:custGeom>
            <a:avLst/>
            <a:gdLst/>
            <a:ahLst/>
            <a:cxnLst/>
            <a:rect r="r" b="b" t="t" l="l"/>
            <a:pathLst>
              <a:path h="10202966" w="9743832">
                <a:moveTo>
                  <a:pt x="0" y="0"/>
                </a:moveTo>
                <a:lnTo>
                  <a:pt x="9743832" y="0"/>
                </a:lnTo>
                <a:lnTo>
                  <a:pt x="9743832" y="10202965"/>
                </a:lnTo>
                <a:lnTo>
                  <a:pt x="0" y="1020296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-441338">
            <a:off x="6563608" y="332299"/>
            <a:ext cx="16065837" cy="10084176"/>
          </a:xfrm>
          <a:custGeom>
            <a:avLst/>
            <a:gdLst/>
            <a:ahLst/>
            <a:cxnLst/>
            <a:rect r="r" b="b" t="t" l="l"/>
            <a:pathLst>
              <a:path h="10084176" w="16065837">
                <a:moveTo>
                  <a:pt x="16065837" y="0"/>
                </a:moveTo>
                <a:lnTo>
                  <a:pt x="0" y="0"/>
                </a:lnTo>
                <a:lnTo>
                  <a:pt x="0" y="10084176"/>
                </a:lnTo>
                <a:lnTo>
                  <a:pt x="16065837" y="10084176"/>
                </a:lnTo>
                <a:lnTo>
                  <a:pt x="16065837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152400" y="4943378"/>
            <a:ext cx="6847282" cy="6038058"/>
          </a:xfrm>
          <a:custGeom>
            <a:avLst/>
            <a:gdLst/>
            <a:ahLst/>
            <a:cxnLst/>
            <a:rect r="r" b="b" t="t" l="l"/>
            <a:pathLst>
              <a:path h="6038058" w="6847282">
                <a:moveTo>
                  <a:pt x="0" y="0"/>
                </a:moveTo>
                <a:lnTo>
                  <a:pt x="6847282" y="0"/>
                </a:lnTo>
                <a:lnTo>
                  <a:pt x="6847282" y="6038059"/>
                </a:lnTo>
                <a:lnTo>
                  <a:pt x="0" y="603805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false" rot="0">
            <a:off x="5954394" y="6218739"/>
            <a:ext cx="2838696" cy="4592008"/>
          </a:xfrm>
          <a:custGeom>
            <a:avLst/>
            <a:gdLst/>
            <a:ahLst/>
            <a:cxnLst/>
            <a:rect r="r" b="b" t="t" l="l"/>
            <a:pathLst>
              <a:path h="4592008" w="2838696">
                <a:moveTo>
                  <a:pt x="2838696" y="0"/>
                </a:moveTo>
                <a:lnTo>
                  <a:pt x="0" y="0"/>
                </a:lnTo>
                <a:lnTo>
                  <a:pt x="0" y="4592007"/>
                </a:lnTo>
                <a:lnTo>
                  <a:pt x="2838696" y="4592007"/>
                </a:lnTo>
                <a:lnTo>
                  <a:pt x="2838696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8531844" y="2283206"/>
            <a:ext cx="9438074" cy="59823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34055" indent="-367027" lvl="1">
              <a:lnSpc>
                <a:spcPts val="5949"/>
              </a:lnSpc>
              <a:buFont typeface="Arial"/>
              <a:buChar char="•"/>
            </a:pPr>
            <a:r>
              <a:rPr lang="en-US" sz="3399">
                <a:solidFill>
                  <a:srgbClr val="3B365F"/>
                </a:solidFill>
                <a:latin typeface="Coco Gothic"/>
                <a:ea typeface="Coco Gothic"/>
                <a:cs typeface="Coco Gothic"/>
                <a:sym typeface="Coco Gothic"/>
              </a:rPr>
              <a:t> Inefficient use of resources and prolonged patient stays  </a:t>
            </a:r>
          </a:p>
          <a:p>
            <a:pPr algn="l" marL="734055" indent="-367027" lvl="1">
              <a:lnSpc>
                <a:spcPts val="5949"/>
              </a:lnSpc>
              <a:buFont typeface="Arial"/>
              <a:buChar char="•"/>
            </a:pPr>
            <a:r>
              <a:rPr lang="en-US" sz="3399">
                <a:solidFill>
                  <a:srgbClr val="3B365F"/>
                </a:solidFill>
                <a:latin typeface="Coco Gothic"/>
                <a:ea typeface="Coco Gothic"/>
                <a:cs typeface="Coco Gothic"/>
                <a:sym typeface="Coco Gothic"/>
              </a:rPr>
              <a:t> Job dissatisfaction among nurses in the OU  </a:t>
            </a:r>
          </a:p>
          <a:p>
            <a:pPr algn="l" marL="734055" indent="-367027" lvl="1">
              <a:lnSpc>
                <a:spcPts val="5949"/>
              </a:lnSpc>
              <a:buFont typeface="Arial"/>
              <a:buChar char="•"/>
            </a:pPr>
            <a:r>
              <a:rPr lang="en-US" sz="3399">
                <a:solidFill>
                  <a:srgbClr val="3B365F"/>
                </a:solidFill>
                <a:latin typeface="Coco Gothic"/>
                <a:ea typeface="Coco Gothic"/>
                <a:cs typeface="Coco Gothic"/>
                <a:sym typeface="Coco Gothic"/>
              </a:rPr>
              <a:t> Emergency Department overcrowding  </a:t>
            </a:r>
          </a:p>
          <a:p>
            <a:pPr algn="l" marL="734055" indent="-367027" lvl="1">
              <a:lnSpc>
                <a:spcPts val="5949"/>
              </a:lnSpc>
              <a:buFont typeface="Arial"/>
              <a:buChar char="•"/>
            </a:pPr>
            <a:r>
              <a:rPr lang="en-US" sz="3399">
                <a:solidFill>
                  <a:srgbClr val="3B365F"/>
                </a:solidFill>
                <a:latin typeface="Coco Gothic"/>
                <a:ea typeface="Coco Gothic"/>
                <a:cs typeface="Coco Gothic"/>
                <a:sym typeface="Coco Gothic"/>
              </a:rPr>
              <a:t> Restricted exclusion criteria  </a:t>
            </a:r>
          </a:p>
          <a:p>
            <a:pPr algn="l" marL="734055" indent="-367027" lvl="1">
              <a:lnSpc>
                <a:spcPts val="5949"/>
              </a:lnSpc>
              <a:buFont typeface="Arial"/>
              <a:buChar char="•"/>
            </a:pPr>
            <a:r>
              <a:rPr lang="en-US" sz="3399">
                <a:solidFill>
                  <a:srgbClr val="3B365F"/>
                </a:solidFill>
                <a:latin typeface="Coco Gothic"/>
                <a:ea typeface="Coco Gothic"/>
                <a:cs typeface="Coco Gothic"/>
                <a:sym typeface="Coco Gothic"/>
              </a:rPr>
              <a:t> Minimal reimbursement from insurance providers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28700" y="895350"/>
            <a:ext cx="9940611" cy="1120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100"/>
              </a:lnSpc>
            </a:pPr>
            <a:r>
              <a:rPr lang="en-US" sz="6500">
                <a:solidFill>
                  <a:srgbClr val="3B365F"/>
                </a:solidFill>
                <a:latin typeface="TAN Headline"/>
                <a:ea typeface="TAN Headline"/>
                <a:cs typeface="TAN Headline"/>
                <a:sym typeface="TAN Headline"/>
              </a:rPr>
              <a:t>Issue Overview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0F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-441338">
            <a:off x="8023686" y="-2242638"/>
            <a:ext cx="12395216" cy="7780208"/>
          </a:xfrm>
          <a:custGeom>
            <a:avLst/>
            <a:gdLst/>
            <a:ahLst/>
            <a:cxnLst/>
            <a:rect r="r" b="b" t="t" l="l"/>
            <a:pathLst>
              <a:path h="7780208" w="12395216">
                <a:moveTo>
                  <a:pt x="12395216" y="0"/>
                </a:moveTo>
                <a:lnTo>
                  <a:pt x="0" y="0"/>
                </a:lnTo>
                <a:lnTo>
                  <a:pt x="0" y="7780208"/>
                </a:lnTo>
                <a:lnTo>
                  <a:pt x="12395216" y="7780208"/>
                </a:lnTo>
                <a:lnTo>
                  <a:pt x="12395216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-441338">
            <a:off x="-2312376" y="2408919"/>
            <a:ext cx="12395216" cy="7780208"/>
          </a:xfrm>
          <a:custGeom>
            <a:avLst/>
            <a:gdLst/>
            <a:ahLst/>
            <a:cxnLst/>
            <a:rect r="r" b="b" t="t" l="l"/>
            <a:pathLst>
              <a:path h="7780208" w="12395216">
                <a:moveTo>
                  <a:pt x="12395216" y="0"/>
                </a:moveTo>
                <a:lnTo>
                  <a:pt x="0" y="0"/>
                </a:lnTo>
                <a:lnTo>
                  <a:pt x="0" y="7780207"/>
                </a:lnTo>
                <a:lnTo>
                  <a:pt x="12395216" y="7780207"/>
                </a:lnTo>
                <a:lnTo>
                  <a:pt x="12395216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591004">
            <a:off x="12640107" y="-3454017"/>
            <a:ext cx="9743832" cy="10202966"/>
          </a:xfrm>
          <a:custGeom>
            <a:avLst/>
            <a:gdLst/>
            <a:ahLst/>
            <a:cxnLst/>
            <a:rect r="r" b="b" t="t" l="l"/>
            <a:pathLst>
              <a:path h="10202966" w="9743832">
                <a:moveTo>
                  <a:pt x="0" y="0"/>
                </a:moveTo>
                <a:lnTo>
                  <a:pt x="9743832" y="0"/>
                </a:lnTo>
                <a:lnTo>
                  <a:pt x="9743832" y="10202966"/>
                </a:lnTo>
                <a:lnTo>
                  <a:pt x="0" y="1020296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854455" y="2528083"/>
            <a:ext cx="16579091" cy="6963218"/>
          </a:xfrm>
          <a:custGeom>
            <a:avLst/>
            <a:gdLst/>
            <a:ahLst/>
            <a:cxnLst/>
            <a:rect r="r" b="b" t="t" l="l"/>
            <a:pathLst>
              <a:path h="6963218" w="16579091">
                <a:moveTo>
                  <a:pt x="0" y="0"/>
                </a:moveTo>
                <a:lnTo>
                  <a:pt x="16579090" y="0"/>
                </a:lnTo>
                <a:lnTo>
                  <a:pt x="16579090" y="6963218"/>
                </a:lnTo>
                <a:lnTo>
                  <a:pt x="0" y="696321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807252" y="-22494"/>
            <a:ext cx="5430509" cy="3278053"/>
          </a:xfrm>
          <a:custGeom>
            <a:avLst/>
            <a:gdLst/>
            <a:ahLst/>
            <a:cxnLst/>
            <a:rect r="r" b="b" t="t" l="l"/>
            <a:pathLst>
              <a:path h="3278053" w="5430509">
                <a:moveTo>
                  <a:pt x="0" y="0"/>
                </a:moveTo>
                <a:lnTo>
                  <a:pt x="5430509" y="0"/>
                </a:lnTo>
                <a:lnTo>
                  <a:pt x="5430509" y="3278052"/>
                </a:lnTo>
                <a:lnTo>
                  <a:pt x="0" y="3278052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7237761" y="495757"/>
            <a:ext cx="9202901" cy="1120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9100"/>
              </a:lnSpc>
            </a:pPr>
            <a:r>
              <a:rPr lang="en-US" sz="6500">
                <a:solidFill>
                  <a:srgbClr val="3B365F"/>
                </a:solidFill>
                <a:latin typeface="TAN Headline"/>
                <a:ea typeface="TAN Headline"/>
                <a:cs typeface="TAN Headline"/>
                <a:sym typeface="TAN Headline"/>
              </a:rPr>
              <a:t>Data Dictionary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0F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10385461">
            <a:off x="-3184086" y="-1008853"/>
            <a:ext cx="9743832" cy="10202966"/>
          </a:xfrm>
          <a:custGeom>
            <a:avLst/>
            <a:gdLst/>
            <a:ahLst/>
            <a:cxnLst/>
            <a:rect r="r" b="b" t="t" l="l"/>
            <a:pathLst>
              <a:path h="10202966" w="9743832">
                <a:moveTo>
                  <a:pt x="0" y="0"/>
                </a:moveTo>
                <a:lnTo>
                  <a:pt x="9743832" y="0"/>
                </a:lnTo>
                <a:lnTo>
                  <a:pt x="9743832" y="10202966"/>
                </a:lnTo>
                <a:lnTo>
                  <a:pt x="0" y="102029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999298" y="4514850"/>
            <a:ext cx="197167" cy="197167"/>
            <a:chOff x="0" y="0"/>
            <a:chExt cx="262890" cy="26289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49530" y="46990"/>
              <a:ext cx="161290" cy="167640"/>
            </a:xfrm>
            <a:custGeom>
              <a:avLst/>
              <a:gdLst/>
              <a:ahLst/>
              <a:cxnLst/>
              <a:rect r="r" b="b" t="t" l="l"/>
              <a:pathLst>
                <a:path h="167640" w="161290">
                  <a:moveTo>
                    <a:pt x="161290" y="57150"/>
                  </a:moveTo>
                  <a:cubicBezTo>
                    <a:pt x="140970" y="146050"/>
                    <a:pt x="128270" y="152400"/>
                    <a:pt x="116840" y="157480"/>
                  </a:cubicBezTo>
                  <a:cubicBezTo>
                    <a:pt x="105410" y="162560"/>
                    <a:pt x="92710" y="167640"/>
                    <a:pt x="77470" y="165100"/>
                  </a:cubicBezTo>
                  <a:cubicBezTo>
                    <a:pt x="58420" y="161290"/>
                    <a:pt x="24130" y="140970"/>
                    <a:pt x="12700" y="124460"/>
                  </a:cubicBezTo>
                  <a:cubicBezTo>
                    <a:pt x="3810" y="114300"/>
                    <a:pt x="0" y="101600"/>
                    <a:pt x="1270" y="87630"/>
                  </a:cubicBezTo>
                  <a:cubicBezTo>
                    <a:pt x="1270" y="67310"/>
                    <a:pt x="13970" y="31750"/>
                    <a:pt x="31750" y="17780"/>
                  </a:cubicBezTo>
                  <a:cubicBezTo>
                    <a:pt x="49530" y="3810"/>
                    <a:pt x="87630" y="0"/>
                    <a:pt x="107950" y="3810"/>
                  </a:cubicBezTo>
                  <a:cubicBezTo>
                    <a:pt x="121920" y="6350"/>
                    <a:pt x="140970" y="24130"/>
                    <a:pt x="140970" y="24130"/>
                  </a:cubicBezTo>
                </a:path>
              </a:pathLst>
            </a:custGeom>
            <a:solidFill>
              <a:srgbClr val="94AAB8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5" id="5"/>
          <p:cNvGrpSpPr/>
          <p:nvPr/>
        </p:nvGrpSpPr>
        <p:grpSpPr>
          <a:xfrm rot="0">
            <a:off x="3779520" y="9743122"/>
            <a:ext cx="194310" cy="192405"/>
            <a:chOff x="0" y="0"/>
            <a:chExt cx="259080" cy="25654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44450" y="46990"/>
              <a:ext cx="160020" cy="166370"/>
            </a:xfrm>
            <a:custGeom>
              <a:avLst/>
              <a:gdLst/>
              <a:ahLst/>
              <a:cxnLst/>
              <a:rect r="r" b="b" t="t" l="l"/>
              <a:pathLst>
                <a:path h="166370" w="160020">
                  <a:moveTo>
                    <a:pt x="160020" y="58420"/>
                  </a:moveTo>
                  <a:cubicBezTo>
                    <a:pt x="156210" y="116840"/>
                    <a:pt x="135890" y="148590"/>
                    <a:pt x="115570" y="157480"/>
                  </a:cubicBezTo>
                  <a:cubicBezTo>
                    <a:pt x="93980" y="166370"/>
                    <a:pt x="57150" y="161290"/>
                    <a:pt x="38100" y="153670"/>
                  </a:cubicBezTo>
                  <a:cubicBezTo>
                    <a:pt x="25400" y="147320"/>
                    <a:pt x="16510" y="138430"/>
                    <a:pt x="10160" y="125730"/>
                  </a:cubicBezTo>
                  <a:cubicBezTo>
                    <a:pt x="2540" y="106680"/>
                    <a:pt x="0" y="67310"/>
                    <a:pt x="6350" y="48260"/>
                  </a:cubicBezTo>
                  <a:cubicBezTo>
                    <a:pt x="10160" y="34290"/>
                    <a:pt x="17780" y="25400"/>
                    <a:pt x="30480" y="17780"/>
                  </a:cubicBezTo>
                  <a:cubicBezTo>
                    <a:pt x="46990" y="7620"/>
                    <a:pt x="86360" y="0"/>
                    <a:pt x="105410" y="3810"/>
                  </a:cubicBezTo>
                  <a:cubicBezTo>
                    <a:pt x="119380" y="6350"/>
                    <a:pt x="139700" y="24130"/>
                    <a:pt x="139700" y="24130"/>
                  </a:cubicBezTo>
                </a:path>
              </a:pathLst>
            </a:custGeom>
            <a:solidFill>
              <a:srgbClr val="94AAB8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7" id="7"/>
          <p:cNvGrpSpPr/>
          <p:nvPr/>
        </p:nvGrpSpPr>
        <p:grpSpPr>
          <a:xfrm rot="0">
            <a:off x="420053" y="6246495"/>
            <a:ext cx="194310" cy="194310"/>
            <a:chOff x="0" y="0"/>
            <a:chExt cx="259080" cy="25908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44450" y="50800"/>
              <a:ext cx="160020" cy="166370"/>
            </a:xfrm>
            <a:custGeom>
              <a:avLst/>
              <a:gdLst/>
              <a:ahLst/>
              <a:cxnLst/>
              <a:rect r="r" b="b" t="t" l="l"/>
              <a:pathLst>
                <a:path h="166370" w="160020">
                  <a:moveTo>
                    <a:pt x="160020" y="57150"/>
                  </a:moveTo>
                  <a:cubicBezTo>
                    <a:pt x="156210" y="115570"/>
                    <a:pt x="135890" y="147320"/>
                    <a:pt x="115570" y="157480"/>
                  </a:cubicBezTo>
                  <a:cubicBezTo>
                    <a:pt x="93980" y="166370"/>
                    <a:pt x="57150" y="160020"/>
                    <a:pt x="38100" y="152400"/>
                  </a:cubicBezTo>
                  <a:cubicBezTo>
                    <a:pt x="25400" y="146050"/>
                    <a:pt x="16510" y="137160"/>
                    <a:pt x="10160" y="124460"/>
                  </a:cubicBezTo>
                  <a:cubicBezTo>
                    <a:pt x="2540" y="106680"/>
                    <a:pt x="0" y="67310"/>
                    <a:pt x="6350" y="48260"/>
                  </a:cubicBezTo>
                  <a:cubicBezTo>
                    <a:pt x="10160" y="34290"/>
                    <a:pt x="20320" y="24130"/>
                    <a:pt x="30480" y="16510"/>
                  </a:cubicBezTo>
                  <a:cubicBezTo>
                    <a:pt x="40640" y="8890"/>
                    <a:pt x="52070" y="1270"/>
                    <a:pt x="66040" y="0"/>
                  </a:cubicBezTo>
                  <a:cubicBezTo>
                    <a:pt x="86360" y="0"/>
                    <a:pt x="139700" y="22860"/>
                    <a:pt x="139700" y="22860"/>
                  </a:cubicBezTo>
                </a:path>
              </a:pathLst>
            </a:custGeom>
            <a:solidFill>
              <a:srgbClr val="94AAB8"/>
            </a:solidFill>
            <a:ln cap="sq">
              <a:noFill/>
              <a:prstDash val="solid"/>
              <a:miter/>
            </a:ln>
          </p:spPr>
        </p:sp>
      </p:grpSp>
      <p:sp>
        <p:nvSpPr>
          <p:cNvPr name="Freeform 9" id="9"/>
          <p:cNvSpPr/>
          <p:nvPr/>
        </p:nvSpPr>
        <p:spPr>
          <a:xfrm flipH="false" flipV="false" rot="0">
            <a:off x="2722740" y="1693923"/>
            <a:ext cx="5938086" cy="4058196"/>
          </a:xfrm>
          <a:custGeom>
            <a:avLst/>
            <a:gdLst/>
            <a:ahLst/>
            <a:cxnLst/>
            <a:rect r="r" b="b" t="t" l="l"/>
            <a:pathLst>
              <a:path h="4058196" w="5938086">
                <a:moveTo>
                  <a:pt x="0" y="0"/>
                </a:moveTo>
                <a:lnTo>
                  <a:pt x="5938086" y="0"/>
                </a:lnTo>
                <a:lnTo>
                  <a:pt x="5938086" y="4058196"/>
                </a:lnTo>
                <a:lnTo>
                  <a:pt x="0" y="405819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-207" r="0" b="-207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9650353" y="1634954"/>
            <a:ext cx="6628784" cy="4176134"/>
          </a:xfrm>
          <a:custGeom>
            <a:avLst/>
            <a:gdLst/>
            <a:ahLst/>
            <a:cxnLst/>
            <a:rect r="r" b="b" t="t" l="l"/>
            <a:pathLst>
              <a:path h="4176134" w="6628784">
                <a:moveTo>
                  <a:pt x="0" y="0"/>
                </a:moveTo>
                <a:lnTo>
                  <a:pt x="6628784" y="0"/>
                </a:lnTo>
                <a:lnTo>
                  <a:pt x="6628784" y="4176134"/>
                </a:lnTo>
                <a:lnTo>
                  <a:pt x="0" y="417613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5691783" y="5978388"/>
            <a:ext cx="5987895" cy="4161587"/>
          </a:xfrm>
          <a:custGeom>
            <a:avLst/>
            <a:gdLst/>
            <a:ahLst/>
            <a:cxnLst/>
            <a:rect r="r" b="b" t="t" l="l"/>
            <a:pathLst>
              <a:path h="4161587" w="5987895">
                <a:moveTo>
                  <a:pt x="0" y="0"/>
                </a:moveTo>
                <a:lnTo>
                  <a:pt x="5987895" y="0"/>
                </a:lnTo>
                <a:lnTo>
                  <a:pt x="5987895" y="4161588"/>
                </a:lnTo>
                <a:lnTo>
                  <a:pt x="0" y="416158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1999298" y="198261"/>
            <a:ext cx="14067878" cy="1120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100"/>
              </a:lnSpc>
            </a:pPr>
            <a:r>
              <a:rPr lang="en-US" sz="6500">
                <a:solidFill>
                  <a:srgbClr val="3B365F"/>
                </a:solidFill>
                <a:latin typeface="TAN Headline"/>
                <a:ea typeface="TAN Headline"/>
                <a:cs typeface="TAN Headline"/>
                <a:sym typeface="TAN Headline"/>
              </a:rPr>
              <a:t>Exploratory Data Analysis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0F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10385461">
            <a:off x="-298410" y="-1254756"/>
            <a:ext cx="9743832" cy="10202966"/>
          </a:xfrm>
          <a:custGeom>
            <a:avLst/>
            <a:gdLst/>
            <a:ahLst/>
            <a:cxnLst/>
            <a:rect r="r" b="b" t="t" l="l"/>
            <a:pathLst>
              <a:path h="10202966" w="9743832">
                <a:moveTo>
                  <a:pt x="0" y="0"/>
                </a:moveTo>
                <a:lnTo>
                  <a:pt x="9743832" y="0"/>
                </a:lnTo>
                <a:lnTo>
                  <a:pt x="9743832" y="10202965"/>
                </a:lnTo>
                <a:lnTo>
                  <a:pt x="0" y="1020296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2548091">
            <a:off x="-5198850" y="3249929"/>
            <a:ext cx="14085520" cy="8841175"/>
          </a:xfrm>
          <a:custGeom>
            <a:avLst/>
            <a:gdLst/>
            <a:ahLst/>
            <a:cxnLst/>
            <a:rect r="r" b="b" t="t" l="l"/>
            <a:pathLst>
              <a:path h="8841175" w="14085520">
                <a:moveTo>
                  <a:pt x="14085520" y="0"/>
                </a:moveTo>
                <a:lnTo>
                  <a:pt x="0" y="0"/>
                </a:lnTo>
                <a:lnTo>
                  <a:pt x="0" y="8841174"/>
                </a:lnTo>
                <a:lnTo>
                  <a:pt x="14085520" y="8841174"/>
                </a:lnTo>
                <a:lnTo>
                  <a:pt x="1408552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false" rot="10385461">
            <a:off x="11770047" y="-793791"/>
            <a:ext cx="9743832" cy="10202966"/>
          </a:xfrm>
          <a:custGeom>
            <a:avLst/>
            <a:gdLst/>
            <a:ahLst/>
            <a:cxnLst/>
            <a:rect r="r" b="b" t="t" l="l"/>
            <a:pathLst>
              <a:path h="10202966" w="9743832">
                <a:moveTo>
                  <a:pt x="9743832" y="0"/>
                </a:moveTo>
                <a:lnTo>
                  <a:pt x="0" y="0"/>
                </a:lnTo>
                <a:lnTo>
                  <a:pt x="0" y="10202966"/>
                </a:lnTo>
                <a:lnTo>
                  <a:pt x="9743832" y="10202966"/>
                </a:lnTo>
                <a:lnTo>
                  <a:pt x="9743832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false" rot="-1051817">
            <a:off x="9803189" y="189012"/>
            <a:ext cx="16969622" cy="10651463"/>
          </a:xfrm>
          <a:custGeom>
            <a:avLst/>
            <a:gdLst/>
            <a:ahLst/>
            <a:cxnLst/>
            <a:rect r="r" b="b" t="t" l="l"/>
            <a:pathLst>
              <a:path h="10651463" w="16969622">
                <a:moveTo>
                  <a:pt x="16969622" y="0"/>
                </a:moveTo>
                <a:lnTo>
                  <a:pt x="0" y="0"/>
                </a:lnTo>
                <a:lnTo>
                  <a:pt x="0" y="10651463"/>
                </a:lnTo>
                <a:lnTo>
                  <a:pt x="16969622" y="10651463"/>
                </a:lnTo>
                <a:lnTo>
                  <a:pt x="16969622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false" rot="-4012862">
            <a:off x="12877284" y="235969"/>
            <a:ext cx="3778768" cy="3807323"/>
          </a:xfrm>
          <a:custGeom>
            <a:avLst/>
            <a:gdLst/>
            <a:ahLst/>
            <a:cxnLst/>
            <a:rect r="r" b="b" t="t" l="l"/>
            <a:pathLst>
              <a:path h="3807323" w="3778768">
                <a:moveTo>
                  <a:pt x="3778768" y="0"/>
                </a:moveTo>
                <a:lnTo>
                  <a:pt x="0" y="0"/>
                </a:lnTo>
                <a:lnTo>
                  <a:pt x="0" y="3807323"/>
                </a:lnTo>
                <a:lnTo>
                  <a:pt x="3778768" y="3807323"/>
                </a:lnTo>
                <a:lnTo>
                  <a:pt x="3778768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8802704" y="8558415"/>
            <a:ext cx="1828678" cy="1399770"/>
          </a:xfrm>
          <a:custGeom>
            <a:avLst/>
            <a:gdLst/>
            <a:ahLst/>
            <a:cxnLst/>
            <a:rect r="r" b="b" t="t" l="l"/>
            <a:pathLst>
              <a:path h="1399770" w="1828678">
                <a:moveTo>
                  <a:pt x="0" y="0"/>
                </a:moveTo>
                <a:lnTo>
                  <a:pt x="1828677" y="0"/>
                </a:lnTo>
                <a:lnTo>
                  <a:pt x="1828677" y="1399770"/>
                </a:lnTo>
                <a:lnTo>
                  <a:pt x="0" y="139977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2275016" y="5000625"/>
            <a:ext cx="13737968" cy="30429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04519" indent="-302260" lvl="1">
              <a:lnSpc>
                <a:spcPts val="4899"/>
              </a:lnSpc>
              <a:buFont typeface="Arial"/>
              <a:buChar char="•"/>
            </a:pPr>
            <a:r>
              <a:rPr lang="en-US" sz="2799">
                <a:solidFill>
                  <a:srgbClr val="3B365F"/>
                </a:solidFill>
                <a:latin typeface="TAN Headline"/>
                <a:ea typeface="TAN Headline"/>
                <a:cs typeface="TAN Headline"/>
                <a:sym typeface="TAN Headline"/>
              </a:rPr>
              <a:t>Identification of missing values and outliers</a:t>
            </a:r>
          </a:p>
          <a:p>
            <a:pPr algn="l" marL="604519" indent="-302260" lvl="1">
              <a:lnSpc>
                <a:spcPts val="4899"/>
              </a:lnSpc>
              <a:buFont typeface="Arial"/>
              <a:buChar char="•"/>
            </a:pPr>
            <a:r>
              <a:rPr lang="en-US" sz="2799">
                <a:solidFill>
                  <a:srgbClr val="3B365F"/>
                </a:solidFill>
                <a:latin typeface="TAN Headline"/>
                <a:ea typeface="TAN Headline"/>
                <a:cs typeface="TAN Headline"/>
                <a:sym typeface="TAN Headline"/>
              </a:rPr>
              <a:t>Replacing missing values with mean</a:t>
            </a:r>
          </a:p>
          <a:p>
            <a:pPr algn="l" marL="604519" indent="-302260" lvl="1">
              <a:lnSpc>
                <a:spcPts val="4899"/>
              </a:lnSpc>
              <a:buFont typeface="Arial"/>
              <a:buChar char="•"/>
            </a:pPr>
            <a:r>
              <a:rPr lang="en-US" sz="2799">
                <a:solidFill>
                  <a:srgbClr val="3B365F"/>
                </a:solidFill>
                <a:latin typeface="TAN Headline"/>
                <a:ea typeface="TAN Headline"/>
                <a:cs typeface="TAN Headline"/>
                <a:sym typeface="TAN Headline"/>
              </a:rPr>
              <a:t>Correlation between variables to check multicollinearity</a:t>
            </a:r>
          </a:p>
          <a:p>
            <a:pPr algn="l" marL="604519" indent="-302260" lvl="1">
              <a:lnSpc>
                <a:spcPts val="4899"/>
              </a:lnSpc>
              <a:buFont typeface="Arial"/>
              <a:buChar char="•"/>
            </a:pPr>
            <a:r>
              <a:rPr lang="en-US" sz="2799">
                <a:solidFill>
                  <a:srgbClr val="3B365F"/>
                </a:solidFill>
                <a:latin typeface="TAN Headline"/>
                <a:ea typeface="TAN Headline"/>
                <a:cs typeface="TAN Headline"/>
                <a:sym typeface="TAN Headline"/>
              </a:rPr>
              <a:t>Data partitioning into training and testing datasets</a:t>
            </a:r>
          </a:p>
          <a:p>
            <a:pPr algn="l">
              <a:lnSpc>
                <a:spcPts val="4899"/>
              </a:lnSpc>
            </a:pPr>
          </a:p>
        </p:txBody>
      </p:sp>
      <p:sp>
        <p:nvSpPr>
          <p:cNvPr name="TextBox 9" id="9"/>
          <p:cNvSpPr txBox="true"/>
          <p:nvPr/>
        </p:nvSpPr>
        <p:spPr>
          <a:xfrm rot="0">
            <a:off x="3958435" y="2034392"/>
            <a:ext cx="10371130" cy="2273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100"/>
              </a:lnSpc>
            </a:pPr>
          </a:p>
          <a:p>
            <a:pPr algn="ctr">
              <a:lnSpc>
                <a:spcPts val="9100"/>
              </a:lnSpc>
            </a:pPr>
            <a:r>
              <a:rPr lang="en-US" sz="6500">
                <a:solidFill>
                  <a:srgbClr val="3B365F"/>
                </a:solidFill>
                <a:latin typeface="TAN Headline"/>
                <a:ea typeface="TAN Headline"/>
                <a:cs typeface="TAN Headline"/>
                <a:sym typeface="TAN Headline"/>
              </a:rPr>
              <a:t>Data Preprocessing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0F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10385461">
            <a:off x="-1257132" y="-4333581"/>
            <a:ext cx="9743832" cy="10202966"/>
          </a:xfrm>
          <a:custGeom>
            <a:avLst/>
            <a:gdLst/>
            <a:ahLst/>
            <a:cxnLst/>
            <a:rect r="r" b="b" t="t" l="l"/>
            <a:pathLst>
              <a:path h="10202966" w="9743832">
                <a:moveTo>
                  <a:pt x="0" y="0"/>
                </a:moveTo>
                <a:lnTo>
                  <a:pt x="9743832" y="0"/>
                </a:lnTo>
                <a:lnTo>
                  <a:pt x="9743832" y="10202966"/>
                </a:lnTo>
                <a:lnTo>
                  <a:pt x="0" y="102029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282094">
            <a:off x="10869086" y="2109994"/>
            <a:ext cx="9743832" cy="10202966"/>
          </a:xfrm>
          <a:custGeom>
            <a:avLst/>
            <a:gdLst/>
            <a:ahLst/>
            <a:cxnLst/>
            <a:rect r="r" b="b" t="t" l="l"/>
            <a:pathLst>
              <a:path h="10202966" w="9743832">
                <a:moveTo>
                  <a:pt x="0" y="0"/>
                </a:moveTo>
                <a:lnTo>
                  <a:pt x="9743832" y="0"/>
                </a:lnTo>
                <a:lnTo>
                  <a:pt x="9743832" y="10202965"/>
                </a:lnTo>
                <a:lnTo>
                  <a:pt x="0" y="1020296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false" rot="0">
            <a:off x="-1457466" y="3726757"/>
            <a:ext cx="15397760" cy="9664839"/>
          </a:xfrm>
          <a:custGeom>
            <a:avLst/>
            <a:gdLst/>
            <a:ahLst/>
            <a:cxnLst/>
            <a:rect r="r" b="b" t="t" l="l"/>
            <a:pathLst>
              <a:path h="9664839" w="15397760">
                <a:moveTo>
                  <a:pt x="15397760" y="0"/>
                </a:moveTo>
                <a:lnTo>
                  <a:pt x="0" y="0"/>
                </a:lnTo>
                <a:lnTo>
                  <a:pt x="0" y="9664839"/>
                </a:lnTo>
                <a:lnTo>
                  <a:pt x="15397760" y="9664839"/>
                </a:lnTo>
                <a:lnTo>
                  <a:pt x="1539776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false" rot="0">
            <a:off x="8515390" y="-2556916"/>
            <a:ext cx="14451223" cy="9070719"/>
          </a:xfrm>
          <a:custGeom>
            <a:avLst/>
            <a:gdLst/>
            <a:ahLst/>
            <a:cxnLst/>
            <a:rect r="r" b="b" t="t" l="l"/>
            <a:pathLst>
              <a:path h="9070719" w="14451223">
                <a:moveTo>
                  <a:pt x="14451224" y="0"/>
                </a:moveTo>
                <a:lnTo>
                  <a:pt x="0" y="0"/>
                </a:lnTo>
                <a:lnTo>
                  <a:pt x="0" y="9070718"/>
                </a:lnTo>
                <a:lnTo>
                  <a:pt x="14451224" y="9070718"/>
                </a:lnTo>
                <a:lnTo>
                  <a:pt x="14451224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false" rot="0">
            <a:off x="-596804" y="1028700"/>
            <a:ext cx="8423177" cy="4808868"/>
          </a:xfrm>
          <a:custGeom>
            <a:avLst/>
            <a:gdLst/>
            <a:ahLst/>
            <a:cxnLst/>
            <a:rect r="r" b="b" t="t" l="l"/>
            <a:pathLst>
              <a:path h="4808868" w="8423177">
                <a:moveTo>
                  <a:pt x="8423177" y="0"/>
                </a:moveTo>
                <a:lnTo>
                  <a:pt x="0" y="0"/>
                </a:lnTo>
                <a:lnTo>
                  <a:pt x="0" y="4808868"/>
                </a:lnTo>
                <a:lnTo>
                  <a:pt x="8423177" y="4808868"/>
                </a:lnTo>
                <a:lnTo>
                  <a:pt x="8423177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true" flipV="false" rot="-1008282">
            <a:off x="14411126" y="6261987"/>
            <a:ext cx="2659752" cy="3491322"/>
          </a:xfrm>
          <a:custGeom>
            <a:avLst/>
            <a:gdLst/>
            <a:ahLst/>
            <a:cxnLst/>
            <a:rect r="r" b="b" t="t" l="l"/>
            <a:pathLst>
              <a:path h="3491322" w="2659752">
                <a:moveTo>
                  <a:pt x="2659752" y="0"/>
                </a:moveTo>
                <a:lnTo>
                  <a:pt x="0" y="0"/>
                </a:lnTo>
                <a:lnTo>
                  <a:pt x="0" y="3491321"/>
                </a:lnTo>
                <a:lnTo>
                  <a:pt x="2659752" y="3491321"/>
                </a:lnTo>
                <a:lnTo>
                  <a:pt x="2659752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8" id="8"/>
          <p:cNvGrpSpPr/>
          <p:nvPr/>
        </p:nvGrpSpPr>
        <p:grpSpPr>
          <a:xfrm rot="0">
            <a:off x="8814435" y="728662"/>
            <a:ext cx="783907" cy="3107055"/>
            <a:chOff x="0" y="0"/>
            <a:chExt cx="1045210" cy="414274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25400" y="49530"/>
              <a:ext cx="971550" cy="4043680"/>
            </a:xfrm>
            <a:custGeom>
              <a:avLst/>
              <a:gdLst/>
              <a:ahLst/>
              <a:cxnLst/>
              <a:rect r="r" b="b" t="t" l="l"/>
              <a:pathLst>
                <a:path h="4043680" w="971550">
                  <a:moveTo>
                    <a:pt x="194310" y="83820"/>
                  </a:moveTo>
                  <a:cubicBezTo>
                    <a:pt x="205740" y="1664970"/>
                    <a:pt x="218440" y="1770380"/>
                    <a:pt x="234950" y="1847850"/>
                  </a:cubicBezTo>
                  <a:cubicBezTo>
                    <a:pt x="243840" y="1891030"/>
                    <a:pt x="259080" y="1913890"/>
                    <a:pt x="265430" y="1945640"/>
                  </a:cubicBezTo>
                  <a:cubicBezTo>
                    <a:pt x="271780" y="1976120"/>
                    <a:pt x="264160" y="2006600"/>
                    <a:pt x="273050" y="2037080"/>
                  </a:cubicBezTo>
                  <a:cubicBezTo>
                    <a:pt x="281940" y="2073910"/>
                    <a:pt x="308610" y="2104390"/>
                    <a:pt x="326390" y="2148840"/>
                  </a:cubicBezTo>
                  <a:cubicBezTo>
                    <a:pt x="351790" y="2211070"/>
                    <a:pt x="382270" y="2302510"/>
                    <a:pt x="402590" y="2376170"/>
                  </a:cubicBezTo>
                  <a:cubicBezTo>
                    <a:pt x="420370" y="2444750"/>
                    <a:pt x="427990" y="2520950"/>
                    <a:pt x="443230" y="2576830"/>
                  </a:cubicBezTo>
                  <a:cubicBezTo>
                    <a:pt x="454660" y="2618740"/>
                    <a:pt x="463550" y="2649220"/>
                    <a:pt x="480060" y="2683510"/>
                  </a:cubicBezTo>
                  <a:cubicBezTo>
                    <a:pt x="496570" y="2720340"/>
                    <a:pt x="523240" y="2741930"/>
                    <a:pt x="544830" y="2788920"/>
                  </a:cubicBezTo>
                  <a:cubicBezTo>
                    <a:pt x="580390" y="2868930"/>
                    <a:pt x="614680" y="3035300"/>
                    <a:pt x="648970" y="3133090"/>
                  </a:cubicBezTo>
                  <a:cubicBezTo>
                    <a:pt x="675640" y="3205480"/>
                    <a:pt x="712470" y="3265170"/>
                    <a:pt x="725170" y="3322320"/>
                  </a:cubicBezTo>
                  <a:cubicBezTo>
                    <a:pt x="736600" y="3369310"/>
                    <a:pt x="727710" y="3411220"/>
                    <a:pt x="735330" y="3451860"/>
                  </a:cubicBezTo>
                  <a:cubicBezTo>
                    <a:pt x="741680" y="3487420"/>
                    <a:pt x="748030" y="3511550"/>
                    <a:pt x="765810" y="3550920"/>
                  </a:cubicBezTo>
                  <a:cubicBezTo>
                    <a:pt x="795020" y="3620770"/>
                    <a:pt x="880110" y="3742690"/>
                    <a:pt x="915670" y="3818890"/>
                  </a:cubicBezTo>
                  <a:cubicBezTo>
                    <a:pt x="939800" y="3870960"/>
                    <a:pt x="971550" y="3916680"/>
                    <a:pt x="967740" y="3954780"/>
                  </a:cubicBezTo>
                  <a:cubicBezTo>
                    <a:pt x="965200" y="3982720"/>
                    <a:pt x="944880" y="4014470"/>
                    <a:pt x="925830" y="4028440"/>
                  </a:cubicBezTo>
                  <a:cubicBezTo>
                    <a:pt x="910590" y="4039870"/>
                    <a:pt x="887730" y="4043680"/>
                    <a:pt x="869950" y="4041140"/>
                  </a:cubicBezTo>
                  <a:cubicBezTo>
                    <a:pt x="850900" y="4039870"/>
                    <a:pt x="829310" y="4032250"/>
                    <a:pt x="816610" y="4018280"/>
                  </a:cubicBezTo>
                  <a:cubicBezTo>
                    <a:pt x="800100" y="4001770"/>
                    <a:pt x="783590" y="3963670"/>
                    <a:pt x="787400" y="3938270"/>
                  </a:cubicBezTo>
                  <a:cubicBezTo>
                    <a:pt x="791210" y="3914140"/>
                    <a:pt x="817880" y="3882390"/>
                    <a:pt x="838200" y="3869690"/>
                  </a:cubicBezTo>
                  <a:cubicBezTo>
                    <a:pt x="854710" y="3859530"/>
                    <a:pt x="876300" y="3856990"/>
                    <a:pt x="895350" y="3862070"/>
                  </a:cubicBezTo>
                  <a:cubicBezTo>
                    <a:pt x="918210" y="3868420"/>
                    <a:pt x="949960" y="3895090"/>
                    <a:pt x="961390" y="3916680"/>
                  </a:cubicBezTo>
                  <a:cubicBezTo>
                    <a:pt x="970280" y="3933190"/>
                    <a:pt x="970280" y="3956050"/>
                    <a:pt x="965200" y="3973830"/>
                  </a:cubicBezTo>
                  <a:cubicBezTo>
                    <a:pt x="960120" y="3991610"/>
                    <a:pt x="948690" y="4010660"/>
                    <a:pt x="933450" y="4022090"/>
                  </a:cubicBezTo>
                  <a:cubicBezTo>
                    <a:pt x="919480" y="4033520"/>
                    <a:pt x="897890" y="4041140"/>
                    <a:pt x="878840" y="4042410"/>
                  </a:cubicBezTo>
                  <a:cubicBezTo>
                    <a:pt x="861060" y="4042410"/>
                    <a:pt x="844550" y="4041140"/>
                    <a:pt x="824230" y="4024630"/>
                  </a:cubicBezTo>
                  <a:cubicBezTo>
                    <a:pt x="770890" y="3980180"/>
                    <a:pt x="674370" y="3763010"/>
                    <a:pt x="628650" y="3658870"/>
                  </a:cubicBezTo>
                  <a:cubicBezTo>
                    <a:pt x="595630" y="3583940"/>
                    <a:pt x="568960" y="3519170"/>
                    <a:pt x="557530" y="3460750"/>
                  </a:cubicBezTo>
                  <a:cubicBezTo>
                    <a:pt x="548640" y="3418840"/>
                    <a:pt x="558800" y="3388360"/>
                    <a:pt x="549910" y="3346450"/>
                  </a:cubicBezTo>
                  <a:cubicBezTo>
                    <a:pt x="537210" y="3291840"/>
                    <a:pt x="500380" y="3230880"/>
                    <a:pt x="476250" y="3162300"/>
                  </a:cubicBezTo>
                  <a:cubicBezTo>
                    <a:pt x="447040" y="3077210"/>
                    <a:pt x="424180" y="2947670"/>
                    <a:pt x="391160" y="2874010"/>
                  </a:cubicBezTo>
                  <a:cubicBezTo>
                    <a:pt x="368300" y="2823210"/>
                    <a:pt x="339090" y="2799080"/>
                    <a:pt x="317500" y="2753360"/>
                  </a:cubicBezTo>
                  <a:cubicBezTo>
                    <a:pt x="292100" y="2700020"/>
                    <a:pt x="264160" y="2626360"/>
                    <a:pt x="252730" y="2570480"/>
                  </a:cubicBezTo>
                  <a:cubicBezTo>
                    <a:pt x="242570" y="2524760"/>
                    <a:pt x="252730" y="2496820"/>
                    <a:pt x="240030" y="2443480"/>
                  </a:cubicBezTo>
                  <a:cubicBezTo>
                    <a:pt x="219710" y="2348230"/>
                    <a:pt x="135890" y="2195830"/>
                    <a:pt x="101600" y="2053590"/>
                  </a:cubicBezTo>
                  <a:cubicBezTo>
                    <a:pt x="60960" y="1891030"/>
                    <a:pt x="40640" y="1738630"/>
                    <a:pt x="25400" y="1516380"/>
                  </a:cubicBezTo>
                  <a:cubicBezTo>
                    <a:pt x="0" y="1154430"/>
                    <a:pt x="0" y="240030"/>
                    <a:pt x="29210" y="83820"/>
                  </a:cubicBezTo>
                  <a:cubicBezTo>
                    <a:pt x="34290" y="52070"/>
                    <a:pt x="38100" y="43180"/>
                    <a:pt x="49530" y="29210"/>
                  </a:cubicBezTo>
                  <a:cubicBezTo>
                    <a:pt x="62230" y="15240"/>
                    <a:pt x="82550" y="2540"/>
                    <a:pt x="101600" y="1270"/>
                  </a:cubicBezTo>
                  <a:cubicBezTo>
                    <a:pt x="123190" y="0"/>
                    <a:pt x="157480" y="13970"/>
                    <a:pt x="173990" y="29210"/>
                  </a:cubicBezTo>
                  <a:cubicBezTo>
                    <a:pt x="186690" y="43180"/>
                    <a:pt x="194310" y="83820"/>
                    <a:pt x="194310" y="83820"/>
                  </a:cubicBezTo>
                </a:path>
              </a:pathLst>
            </a:custGeom>
            <a:solidFill>
              <a:srgbClr val="94AAB8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10" id="10"/>
          <p:cNvGrpSpPr/>
          <p:nvPr/>
        </p:nvGrpSpPr>
        <p:grpSpPr>
          <a:xfrm rot="0">
            <a:off x="9621202" y="4003358"/>
            <a:ext cx="197167" cy="199072"/>
            <a:chOff x="0" y="0"/>
            <a:chExt cx="262890" cy="26543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50800" y="49530"/>
              <a:ext cx="161290" cy="167640"/>
            </a:xfrm>
            <a:custGeom>
              <a:avLst/>
              <a:gdLst/>
              <a:ahLst/>
              <a:cxnLst/>
              <a:rect r="r" b="b" t="t" l="l"/>
              <a:pathLst>
                <a:path h="167640" w="161290">
                  <a:moveTo>
                    <a:pt x="161290" y="58420"/>
                  </a:moveTo>
                  <a:cubicBezTo>
                    <a:pt x="139700" y="146050"/>
                    <a:pt x="128270" y="152400"/>
                    <a:pt x="116840" y="158750"/>
                  </a:cubicBezTo>
                  <a:cubicBezTo>
                    <a:pt x="105410" y="163830"/>
                    <a:pt x="91440" y="167640"/>
                    <a:pt x="77470" y="165100"/>
                  </a:cubicBezTo>
                  <a:cubicBezTo>
                    <a:pt x="58420" y="161290"/>
                    <a:pt x="24130" y="140970"/>
                    <a:pt x="11430" y="125730"/>
                  </a:cubicBezTo>
                  <a:cubicBezTo>
                    <a:pt x="2540" y="114300"/>
                    <a:pt x="0" y="102870"/>
                    <a:pt x="0" y="87630"/>
                  </a:cubicBezTo>
                  <a:cubicBezTo>
                    <a:pt x="1270" y="68580"/>
                    <a:pt x="17780" y="31750"/>
                    <a:pt x="31750" y="17780"/>
                  </a:cubicBezTo>
                  <a:cubicBezTo>
                    <a:pt x="41910" y="7620"/>
                    <a:pt x="53340" y="2540"/>
                    <a:pt x="67310" y="1270"/>
                  </a:cubicBezTo>
                  <a:cubicBezTo>
                    <a:pt x="87630" y="0"/>
                    <a:pt x="140970" y="24130"/>
                    <a:pt x="140970" y="24130"/>
                  </a:cubicBezTo>
                </a:path>
              </a:pathLst>
            </a:custGeom>
            <a:solidFill>
              <a:srgbClr val="94AAB8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12" id="12"/>
          <p:cNvGrpSpPr/>
          <p:nvPr/>
        </p:nvGrpSpPr>
        <p:grpSpPr>
          <a:xfrm rot="0">
            <a:off x="12681585" y="6743700"/>
            <a:ext cx="1140142" cy="2517458"/>
            <a:chOff x="0" y="0"/>
            <a:chExt cx="1520190" cy="335661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49530" y="48260"/>
              <a:ext cx="1438910" cy="3262630"/>
            </a:xfrm>
            <a:custGeom>
              <a:avLst/>
              <a:gdLst/>
              <a:ahLst/>
              <a:cxnLst/>
              <a:rect r="r" b="b" t="t" l="l"/>
              <a:pathLst>
                <a:path h="3262630" w="1438910">
                  <a:moveTo>
                    <a:pt x="148590" y="34290"/>
                  </a:moveTo>
                  <a:cubicBezTo>
                    <a:pt x="502920" y="439420"/>
                    <a:pt x="553720" y="467360"/>
                    <a:pt x="615950" y="529590"/>
                  </a:cubicBezTo>
                  <a:cubicBezTo>
                    <a:pt x="693420" y="608330"/>
                    <a:pt x="821690" y="746760"/>
                    <a:pt x="861060" y="817880"/>
                  </a:cubicBezTo>
                  <a:cubicBezTo>
                    <a:pt x="880110" y="852170"/>
                    <a:pt x="871220" y="868680"/>
                    <a:pt x="889000" y="901700"/>
                  </a:cubicBezTo>
                  <a:cubicBezTo>
                    <a:pt x="919480" y="958850"/>
                    <a:pt x="1017270" y="1054100"/>
                    <a:pt x="1057910" y="1113790"/>
                  </a:cubicBezTo>
                  <a:cubicBezTo>
                    <a:pt x="1084580" y="1155700"/>
                    <a:pt x="1101090" y="1184910"/>
                    <a:pt x="1116330" y="1223010"/>
                  </a:cubicBezTo>
                  <a:cubicBezTo>
                    <a:pt x="1132840" y="1259840"/>
                    <a:pt x="1135380" y="1303020"/>
                    <a:pt x="1151890" y="1337310"/>
                  </a:cubicBezTo>
                  <a:cubicBezTo>
                    <a:pt x="1169670" y="1372870"/>
                    <a:pt x="1196340" y="1394460"/>
                    <a:pt x="1217930" y="1432560"/>
                  </a:cubicBezTo>
                  <a:cubicBezTo>
                    <a:pt x="1247140" y="1485900"/>
                    <a:pt x="1280160" y="1543050"/>
                    <a:pt x="1306830" y="1628140"/>
                  </a:cubicBezTo>
                  <a:cubicBezTo>
                    <a:pt x="1350010" y="1766570"/>
                    <a:pt x="1391920" y="1985010"/>
                    <a:pt x="1412240" y="2202180"/>
                  </a:cubicBezTo>
                  <a:cubicBezTo>
                    <a:pt x="1438910" y="2481580"/>
                    <a:pt x="1438910" y="3046730"/>
                    <a:pt x="1418590" y="3169920"/>
                  </a:cubicBezTo>
                  <a:cubicBezTo>
                    <a:pt x="1413510" y="3200400"/>
                    <a:pt x="1410970" y="3210560"/>
                    <a:pt x="1400810" y="3224530"/>
                  </a:cubicBezTo>
                  <a:cubicBezTo>
                    <a:pt x="1389380" y="3238500"/>
                    <a:pt x="1371600" y="3252470"/>
                    <a:pt x="1352550" y="3256280"/>
                  </a:cubicBezTo>
                  <a:cubicBezTo>
                    <a:pt x="1329690" y="3261360"/>
                    <a:pt x="1289050" y="3255010"/>
                    <a:pt x="1270000" y="3238500"/>
                  </a:cubicBezTo>
                  <a:cubicBezTo>
                    <a:pt x="1252220" y="3221990"/>
                    <a:pt x="1238250" y="3183890"/>
                    <a:pt x="1239520" y="3159760"/>
                  </a:cubicBezTo>
                  <a:cubicBezTo>
                    <a:pt x="1239520" y="3140710"/>
                    <a:pt x="1250950" y="3121660"/>
                    <a:pt x="1263650" y="3107690"/>
                  </a:cubicBezTo>
                  <a:cubicBezTo>
                    <a:pt x="1276350" y="3094990"/>
                    <a:pt x="1295400" y="3082290"/>
                    <a:pt x="1314450" y="3081020"/>
                  </a:cubicBezTo>
                  <a:cubicBezTo>
                    <a:pt x="1337310" y="3079750"/>
                    <a:pt x="1376680" y="3089910"/>
                    <a:pt x="1394460" y="3107690"/>
                  </a:cubicBezTo>
                  <a:cubicBezTo>
                    <a:pt x="1410970" y="3125470"/>
                    <a:pt x="1422400" y="3164840"/>
                    <a:pt x="1417320" y="3188970"/>
                  </a:cubicBezTo>
                  <a:cubicBezTo>
                    <a:pt x="1410970" y="3213100"/>
                    <a:pt x="1383030" y="3243580"/>
                    <a:pt x="1362710" y="3253740"/>
                  </a:cubicBezTo>
                  <a:cubicBezTo>
                    <a:pt x="1344930" y="3262630"/>
                    <a:pt x="1322070" y="3261360"/>
                    <a:pt x="1304290" y="3256280"/>
                  </a:cubicBezTo>
                  <a:cubicBezTo>
                    <a:pt x="1287780" y="3251200"/>
                    <a:pt x="1268730" y="3238500"/>
                    <a:pt x="1257300" y="3224530"/>
                  </a:cubicBezTo>
                  <a:cubicBezTo>
                    <a:pt x="1245870" y="3210560"/>
                    <a:pt x="1243330" y="3200400"/>
                    <a:pt x="1238250" y="3169920"/>
                  </a:cubicBezTo>
                  <a:cubicBezTo>
                    <a:pt x="1219200" y="3048000"/>
                    <a:pt x="1262380" y="2482850"/>
                    <a:pt x="1239520" y="2214880"/>
                  </a:cubicBezTo>
                  <a:cubicBezTo>
                    <a:pt x="1221740" y="2016760"/>
                    <a:pt x="1191260" y="1837690"/>
                    <a:pt x="1148080" y="1703070"/>
                  </a:cubicBezTo>
                  <a:cubicBezTo>
                    <a:pt x="1117600" y="1610360"/>
                    <a:pt x="1070610" y="1530350"/>
                    <a:pt x="1038860" y="1477010"/>
                  </a:cubicBezTo>
                  <a:cubicBezTo>
                    <a:pt x="1019810" y="1443990"/>
                    <a:pt x="1000760" y="1430020"/>
                    <a:pt x="988060" y="1402080"/>
                  </a:cubicBezTo>
                  <a:cubicBezTo>
                    <a:pt x="974090" y="1372870"/>
                    <a:pt x="972820" y="1334770"/>
                    <a:pt x="958850" y="1304290"/>
                  </a:cubicBezTo>
                  <a:cubicBezTo>
                    <a:pt x="946150" y="1272540"/>
                    <a:pt x="933450" y="1249680"/>
                    <a:pt x="910590" y="1212850"/>
                  </a:cubicBezTo>
                  <a:cubicBezTo>
                    <a:pt x="871220" y="1148080"/>
                    <a:pt x="769620" y="1021080"/>
                    <a:pt x="732790" y="956310"/>
                  </a:cubicBezTo>
                  <a:cubicBezTo>
                    <a:pt x="711200" y="920750"/>
                    <a:pt x="712470" y="902970"/>
                    <a:pt x="690880" y="868680"/>
                  </a:cubicBezTo>
                  <a:cubicBezTo>
                    <a:pt x="652780" y="810260"/>
                    <a:pt x="572770" y="721360"/>
                    <a:pt x="502920" y="646430"/>
                  </a:cubicBezTo>
                  <a:cubicBezTo>
                    <a:pt x="425450" y="563880"/>
                    <a:pt x="323850" y="485140"/>
                    <a:pt x="242570" y="397510"/>
                  </a:cubicBezTo>
                  <a:cubicBezTo>
                    <a:pt x="162560" y="313690"/>
                    <a:pt x="48260" y="190500"/>
                    <a:pt x="17780" y="132080"/>
                  </a:cubicBezTo>
                  <a:cubicBezTo>
                    <a:pt x="5080" y="109220"/>
                    <a:pt x="0" y="93980"/>
                    <a:pt x="1270" y="76200"/>
                  </a:cubicBezTo>
                  <a:cubicBezTo>
                    <a:pt x="2540" y="58420"/>
                    <a:pt x="12700" y="36830"/>
                    <a:pt x="26670" y="24130"/>
                  </a:cubicBezTo>
                  <a:cubicBezTo>
                    <a:pt x="43180" y="10160"/>
                    <a:pt x="78740" y="0"/>
                    <a:pt x="100330" y="2540"/>
                  </a:cubicBezTo>
                  <a:cubicBezTo>
                    <a:pt x="118110" y="5080"/>
                    <a:pt x="148590" y="34290"/>
                    <a:pt x="148590" y="34290"/>
                  </a:cubicBezTo>
                </a:path>
              </a:pathLst>
            </a:custGeom>
            <a:solidFill>
              <a:srgbClr val="94AAB8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14" id="14"/>
          <p:cNvGrpSpPr/>
          <p:nvPr/>
        </p:nvGrpSpPr>
        <p:grpSpPr>
          <a:xfrm rot="0">
            <a:off x="13620750" y="9384982"/>
            <a:ext cx="192405" cy="192405"/>
            <a:chOff x="0" y="0"/>
            <a:chExt cx="256540" cy="25654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44450" y="46990"/>
              <a:ext cx="160020" cy="163830"/>
            </a:xfrm>
            <a:custGeom>
              <a:avLst/>
              <a:gdLst/>
              <a:ahLst/>
              <a:cxnLst/>
              <a:rect r="r" b="b" t="t" l="l"/>
              <a:pathLst>
                <a:path h="163830" w="160020">
                  <a:moveTo>
                    <a:pt x="160020" y="58420"/>
                  </a:moveTo>
                  <a:cubicBezTo>
                    <a:pt x="139700" y="146050"/>
                    <a:pt x="129540" y="153670"/>
                    <a:pt x="115570" y="157480"/>
                  </a:cubicBezTo>
                  <a:cubicBezTo>
                    <a:pt x="96520" y="163830"/>
                    <a:pt x="57150" y="161290"/>
                    <a:pt x="39370" y="153670"/>
                  </a:cubicBezTo>
                  <a:cubicBezTo>
                    <a:pt x="25400" y="147320"/>
                    <a:pt x="16510" y="138430"/>
                    <a:pt x="11430" y="125730"/>
                  </a:cubicBezTo>
                  <a:cubicBezTo>
                    <a:pt x="2540" y="106680"/>
                    <a:pt x="0" y="67310"/>
                    <a:pt x="6350" y="48260"/>
                  </a:cubicBezTo>
                  <a:cubicBezTo>
                    <a:pt x="10160" y="35560"/>
                    <a:pt x="19050" y="25400"/>
                    <a:pt x="30480" y="17780"/>
                  </a:cubicBezTo>
                  <a:cubicBezTo>
                    <a:pt x="48260" y="7620"/>
                    <a:pt x="86360" y="0"/>
                    <a:pt x="106680" y="3810"/>
                  </a:cubicBezTo>
                  <a:cubicBezTo>
                    <a:pt x="120650" y="6350"/>
                    <a:pt x="139700" y="24130"/>
                    <a:pt x="139700" y="24130"/>
                  </a:cubicBezTo>
                </a:path>
              </a:pathLst>
            </a:custGeom>
            <a:solidFill>
              <a:srgbClr val="94AAB8"/>
            </a:solidFill>
            <a:ln cap="sq">
              <a:noFill/>
              <a:prstDash val="solid"/>
              <a:miter/>
            </a:ln>
          </p:spPr>
        </p:sp>
      </p:grpSp>
      <p:sp>
        <p:nvSpPr>
          <p:cNvPr name="TextBox 16" id="16"/>
          <p:cNvSpPr txBox="true"/>
          <p:nvPr/>
        </p:nvSpPr>
        <p:spPr>
          <a:xfrm rot="0">
            <a:off x="1478728" y="7540625"/>
            <a:ext cx="9531365" cy="2632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sz="2499">
                <a:solidFill>
                  <a:srgbClr val="3B365F"/>
                </a:solidFill>
                <a:latin typeface="Coco Gothic"/>
                <a:ea typeface="Coco Gothic"/>
                <a:cs typeface="Coco Gothic"/>
                <a:sym typeface="Coco Gothic"/>
              </a:rPr>
              <a:t>USING STEPWISE APPROACH, THE FOLLOWING VARIABLES ARE TAKEN INTO ACCOUNT:</a:t>
            </a:r>
          </a:p>
          <a:p>
            <a:pPr algn="ctr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3B365F"/>
                </a:solidFill>
                <a:latin typeface="Coco Gothic"/>
                <a:ea typeface="Coco Gothic"/>
                <a:cs typeface="Coco Gothic"/>
                <a:sym typeface="Coco Gothic"/>
              </a:rPr>
              <a:t>BLOOD PRESSURE</a:t>
            </a:r>
          </a:p>
          <a:p>
            <a:pPr algn="ctr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3B365F"/>
                </a:solidFill>
                <a:latin typeface="Coco Gothic"/>
                <a:ea typeface="Coco Gothic"/>
                <a:cs typeface="Coco Gothic"/>
                <a:sym typeface="Coco Gothic"/>
              </a:rPr>
              <a:t>TEMPERATURE</a:t>
            </a:r>
          </a:p>
          <a:p>
            <a:pPr algn="ctr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3B365F"/>
                </a:solidFill>
                <a:latin typeface="Coco Gothic"/>
                <a:ea typeface="Coco Gothic"/>
                <a:cs typeface="Coco Gothic"/>
                <a:sym typeface="Coco Gothic"/>
              </a:rPr>
              <a:t>LENGTH OF STAY</a:t>
            </a:r>
          </a:p>
          <a:p>
            <a:pPr algn="ctr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3B365F"/>
                </a:solidFill>
                <a:latin typeface="Coco Gothic"/>
                <a:ea typeface="Coco Gothic"/>
                <a:cs typeface="Coco Gothic"/>
                <a:sym typeface="Coco Gothic"/>
              </a:rPr>
              <a:t>DRG01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472735" y="6361245"/>
            <a:ext cx="9537357" cy="9766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19"/>
              </a:lnSpc>
            </a:pPr>
            <a:r>
              <a:rPr lang="en-US" sz="2799">
                <a:solidFill>
                  <a:srgbClr val="3B365F"/>
                </a:solidFill>
                <a:latin typeface="TAN Headline"/>
                <a:ea typeface="TAN Headline"/>
                <a:cs typeface="TAN Headline"/>
                <a:sym typeface="TAN Headline"/>
              </a:rPr>
              <a:t>LOGISTIC REGRESSION AND RANDOM FOREST MODEL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8195228" y="895350"/>
            <a:ext cx="9064072" cy="2273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9100"/>
              </a:lnSpc>
            </a:pPr>
            <a:r>
              <a:rPr lang="en-US" sz="6500">
                <a:solidFill>
                  <a:srgbClr val="3B365F"/>
                </a:solidFill>
                <a:latin typeface="TAN Headline"/>
                <a:ea typeface="TAN Headline"/>
                <a:cs typeface="TAN Headline"/>
                <a:sym typeface="TAN Headline"/>
              </a:rPr>
              <a:t>MODEL DEVELOPMENT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0F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88047" y="-254540"/>
            <a:ext cx="3531385" cy="3815463"/>
          </a:xfrm>
          <a:custGeom>
            <a:avLst/>
            <a:gdLst/>
            <a:ahLst/>
            <a:cxnLst/>
            <a:rect r="r" b="b" t="t" l="l"/>
            <a:pathLst>
              <a:path h="3815463" w="3531385">
                <a:moveTo>
                  <a:pt x="0" y="0"/>
                </a:moveTo>
                <a:lnTo>
                  <a:pt x="3531385" y="0"/>
                </a:lnTo>
                <a:lnTo>
                  <a:pt x="3531385" y="3815463"/>
                </a:lnTo>
                <a:lnTo>
                  <a:pt x="0" y="381546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aphicFrame>
        <p:nvGraphicFramePr>
          <p:cNvPr name="Table 3" id="3"/>
          <p:cNvGraphicFramePr>
            <a:graphicFrameLocks noGrp="true"/>
          </p:cNvGraphicFramePr>
          <p:nvPr/>
        </p:nvGraphicFramePr>
        <p:xfrm>
          <a:off x="437791" y="2509838"/>
          <a:ext cx="17412418" cy="5267325"/>
        </p:xfrm>
        <a:graphic>
          <a:graphicData uri="http://schemas.openxmlformats.org/drawingml/2006/table">
            <a:tbl>
              <a:tblPr/>
              <a:tblGrid>
                <a:gridCol w="2953538"/>
                <a:gridCol w="2929965"/>
                <a:gridCol w="2880231"/>
                <a:gridCol w="3116127"/>
                <a:gridCol w="3182705"/>
                <a:gridCol w="2349851"/>
              </a:tblGrid>
              <a:tr h="1091773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919"/>
                        </a:lnSpc>
                        <a:defRPr/>
                      </a:pPr>
                      <a:r>
                        <a:rPr lang="en-US" sz="2799">
                          <a:solidFill>
                            <a:srgbClr val="000000"/>
                          </a:solidFill>
                          <a:latin typeface="TAN Headline"/>
                          <a:ea typeface="TAN Headline"/>
                          <a:cs typeface="TAN Headline"/>
                          <a:sym typeface="TAN Headline"/>
                        </a:rPr>
                        <a:t>MODEL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919"/>
                        </a:lnSpc>
                        <a:defRPr/>
                      </a:pPr>
                      <a:r>
                        <a:rPr lang="en-US" sz="2799">
                          <a:solidFill>
                            <a:srgbClr val="000000"/>
                          </a:solidFill>
                          <a:latin typeface="TAN Headline"/>
                          <a:ea typeface="TAN Headline"/>
                          <a:cs typeface="TAN Headline"/>
                          <a:sym typeface="TAN Headline"/>
                        </a:rPr>
                        <a:t>ACCURACY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919"/>
                        </a:lnSpc>
                        <a:defRPr/>
                      </a:pPr>
                      <a:r>
                        <a:rPr lang="en-US" sz="2799">
                          <a:solidFill>
                            <a:srgbClr val="000000"/>
                          </a:solidFill>
                          <a:latin typeface="TAN Headline"/>
                          <a:ea typeface="TAN Headline"/>
                          <a:cs typeface="TAN Headline"/>
                          <a:sym typeface="TAN Headline"/>
                        </a:rPr>
                        <a:t>BASELINE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919"/>
                        </a:lnSpc>
                        <a:defRPr/>
                      </a:pPr>
                      <a:r>
                        <a:rPr lang="en-US" sz="2799">
                          <a:solidFill>
                            <a:srgbClr val="000000"/>
                          </a:solidFill>
                          <a:latin typeface="TAN Headline"/>
                          <a:ea typeface="TAN Headline"/>
                          <a:cs typeface="TAN Headline"/>
                          <a:sym typeface="TAN Headline"/>
                        </a:rPr>
                        <a:t>SPECIFICITY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919"/>
                        </a:lnSpc>
                        <a:defRPr/>
                      </a:pPr>
                      <a:r>
                        <a:rPr lang="en-US" sz="2799">
                          <a:solidFill>
                            <a:srgbClr val="000000"/>
                          </a:solidFill>
                          <a:latin typeface="TAN Headline"/>
                          <a:ea typeface="TAN Headline"/>
                          <a:cs typeface="TAN Headline"/>
                          <a:sym typeface="TAN Headline"/>
                        </a:rPr>
                        <a:t>SENSITIVITY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919"/>
                        </a:lnSpc>
                        <a:defRPr/>
                      </a:pPr>
                      <a:r>
                        <a:rPr lang="en-US" sz="2799">
                          <a:solidFill>
                            <a:srgbClr val="000000"/>
                          </a:solidFill>
                          <a:latin typeface="TAN Headline"/>
                          <a:ea typeface="TAN Headline"/>
                          <a:cs typeface="TAN Headline"/>
                          <a:sym typeface="TAN Headline"/>
                        </a:rPr>
                        <a:t>AUC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087776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919"/>
                        </a:lnSpc>
                        <a:defRPr/>
                      </a:pPr>
                      <a:r>
                        <a:rPr lang="en-US" sz="2799">
                          <a:solidFill>
                            <a:srgbClr val="000000"/>
                          </a:solidFill>
                          <a:latin typeface="TAN Headline"/>
                          <a:ea typeface="TAN Headline"/>
                          <a:cs typeface="TAN Headline"/>
                          <a:sym typeface="TAN Headline"/>
                        </a:rPr>
                        <a:t>Logistic</a:t>
                      </a:r>
                      <a:endParaRPr lang="en-US" sz="1100"/>
                    </a:p>
                    <a:p>
                      <a:pPr algn="l">
                        <a:lnSpc>
                          <a:spcPts val="3919"/>
                        </a:lnSpc>
                      </a:pPr>
                      <a:r>
                        <a:rPr lang="en-US" sz="2799">
                          <a:solidFill>
                            <a:srgbClr val="000000"/>
                          </a:solidFill>
                          <a:latin typeface="TAN Headline"/>
                          <a:ea typeface="TAN Headline"/>
                          <a:cs typeface="TAN Headline"/>
                          <a:sym typeface="TAN Headline"/>
                        </a:rPr>
                        <a:t>  Regression Model</a:t>
                      </a:r>
                    </a:p>
                  </a:txBody>
                  <a:tcPr marL="190500" marR="190500" marT="190500" marB="190500" anchor="ctr">
                    <a:lnL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919"/>
                        </a:lnSpc>
                        <a:defRPr/>
                      </a:pPr>
                      <a:r>
                        <a:rPr lang="en-US" sz="2799">
                          <a:solidFill>
                            <a:srgbClr val="000000"/>
                          </a:solidFill>
                          <a:latin typeface="TAN Headline"/>
                          <a:ea typeface="TAN Headline"/>
                          <a:cs typeface="TAN Headline"/>
                          <a:sym typeface="TAN Headline"/>
                        </a:rPr>
                        <a:t>74.60%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919"/>
                        </a:lnSpc>
                        <a:defRPr/>
                      </a:pPr>
                      <a:r>
                        <a:rPr lang="en-US" sz="2799">
                          <a:solidFill>
                            <a:srgbClr val="000000"/>
                          </a:solidFill>
                          <a:latin typeface="TAN Headline"/>
                          <a:ea typeface="TAN Headline"/>
                          <a:cs typeface="TAN Headline"/>
                          <a:sym typeface="TAN Headline"/>
                        </a:rPr>
                        <a:t>59.27%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919"/>
                        </a:lnSpc>
                        <a:defRPr/>
                      </a:pPr>
                      <a:r>
                        <a:rPr lang="en-US" sz="2799">
                          <a:solidFill>
                            <a:srgbClr val="000000"/>
                          </a:solidFill>
                          <a:latin typeface="TAN Headline"/>
                          <a:ea typeface="TAN Headline"/>
                          <a:cs typeface="TAN Headline"/>
                          <a:sym typeface="TAN Headline"/>
                        </a:rPr>
                        <a:t>68.32%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919"/>
                        </a:lnSpc>
                        <a:defRPr/>
                      </a:pPr>
                      <a:r>
                        <a:rPr lang="en-US" sz="2799">
                          <a:solidFill>
                            <a:srgbClr val="000000"/>
                          </a:solidFill>
                          <a:latin typeface="TAN Headline"/>
                          <a:ea typeface="TAN Headline"/>
                          <a:cs typeface="TAN Headline"/>
                          <a:sym typeface="TAN Headline"/>
                        </a:rPr>
                        <a:t>78.91%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919"/>
                        </a:lnSpc>
                        <a:defRPr/>
                      </a:pPr>
                      <a:r>
                        <a:rPr lang="en-US" sz="2799">
                          <a:solidFill>
                            <a:srgbClr val="000000"/>
                          </a:solidFill>
                          <a:latin typeface="TAN Headline"/>
                          <a:ea typeface="TAN Headline"/>
                          <a:cs typeface="TAN Headline"/>
                          <a:sym typeface="TAN Headline"/>
                        </a:rPr>
                        <a:t>82%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087776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919"/>
                        </a:lnSpc>
                        <a:defRPr/>
                      </a:pPr>
                      <a:r>
                        <a:rPr lang="en-US" sz="2799">
                          <a:solidFill>
                            <a:srgbClr val="000000"/>
                          </a:solidFill>
                          <a:latin typeface="TAN Headline"/>
                          <a:ea typeface="TAN Headline"/>
                          <a:cs typeface="TAN Headline"/>
                          <a:sym typeface="TAN Headline"/>
                        </a:rPr>
                        <a:t>Random Forest Model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919"/>
                        </a:lnSpc>
                        <a:defRPr/>
                      </a:pPr>
                      <a:r>
                        <a:rPr lang="en-US" sz="2799">
                          <a:solidFill>
                            <a:srgbClr val="000000"/>
                          </a:solidFill>
                          <a:latin typeface="TAN Headline"/>
                          <a:ea typeface="TAN Headline"/>
                          <a:cs typeface="TAN Headline"/>
                          <a:sym typeface="TAN Headline"/>
                        </a:rPr>
                        <a:t>75%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919"/>
                        </a:lnSpc>
                        <a:defRPr/>
                      </a:pPr>
                      <a:r>
                        <a:rPr lang="en-US" sz="2799">
                          <a:solidFill>
                            <a:srgbClr val="000000"/>
                          </a:solidFill>
                          <a:latin typeface="TAN Headline"/>
                          <a:ea typeface="TAN Headline"/>
                          <a:cs typeface="TAN Headline"/>
                          <a:sym typeface="TAN Headline"/>
                        </a:rPr>
                        <a:t>59.27%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919"/>
                        </a:lnSpc>
                        <a:defRPr/>
                      </a:pPr>
                      <a:r>
                        <a:rPr lang="en-US" sz="2799">
                          <a:solidFill>
                            <a:srgbClr val="000000"/>
                          </a:solidFill>
                          <a:latin typeface="TAN Headline"/>
                          <a:ea typeface="TAN Headline"/>
                          <a:cs typeface="TAN Headline"/>
                          <a:sym typeface="TAN Headline"/>
                        </a:rPr>
                        <a:t>76.19%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919"/>
                        </a:lnSpc>
                        <a:defRPr/>
                      </a:pPr>
                      <a:r>
                        <a:rPr lang="en-US" sz="2799">
                          <a:solidFill>
                            <a:srgbClr val="000000"/>
                          </a:solidFill>
                          <a:latin typeface="TAN Headline"/>
                          <a:ea typeface="TAN Headline"/>
                          <a:cs typeface="TAN Headline"/>
                          <a:sym typeface="TAN Headline"/>
                        </a:rPr>
                        <a:t>73.27%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919"/>
                        </a:lnSpc>
                        <a:defRPr/>
                      </a:pPr>
                      <a:r>
                        <a:rPr lang="en-US" sz="2799">
                          <a:solidFill>
                            <a:srgbClr val="000000"/>
                          </a:solidFill>
                          <a:latin typeface="TAN Headline"/>
                          <a:ea typeface="TAN Headline"/>
                          <a:cs typeface="TAN Headline"/>
                          <a:sym typeface="TAN Headline"/>
                        </a:rPr>
                        <a:t>82%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name="TextBox 4" id="4"/>
          <p:cNvSpPr txBox="true"/>
          <p:nvPr/>
        </p:nvSpPr>
        <p:spPr>
          <a:xfrm rot="0">
            <a:off x="2855505" y="396359"/>
            <a:ext cx="12576991" cy="1120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100"/>
              </a:lnSpc>
            </a:pPr>
            <a:r>
              <a:rPr lang="en-US" sz="6500">
                <a:solidFill>
                  <a:srgbClr val="3B365F"/>
                </a:solidFill>
                <a:latin typeface="TAN Headline"/>
                <a:ea typeface="TAN Headline"/>
                <a:cs typeface="TAN Headline"/>
                <a:sym typeface="TAN Headline"/>
              </a:rPr>
              <a:t>PREDICTIVE ANALYSIS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0" y="7517275"/>
            <a:ext cx="2245995" cy="5539450"/>
          </a:xfrm>
          <a:custGeom>
            <a:avLst/>
            <a:gdLst/>
            <a:ahLst/>
            <a:cxnLst/>
            <a:rect r="r" b="b" t="t" l="l"/>
            <a:pathLst>
              <a:path h="5539450" w="2245995">
                <a:moveTo>
                  <a:pt x="0" y="0"/>
                </a:moveTo>
                <a:lnTo>
                  <a:pt x="2245995" y="0"/>
                </a:lnTo>
                <a:lnTo>
                  <a:pt x="2245995" y="5539450"/>
                </a:lnTo>
                <a:lnTo>
                  <a:pt x="0" y="553945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0F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591004">
            <a:off x="11007598" y="-3871282"/>
            <a:ext cx="9743832" cy="10202966"/>
          </a:xfrm>
          <a:custGeom>
            <a:avLst/>
            <a:gdLst/>
            <a:ahLst/>
            <a:cxnLst/>
            <a:rect r="r" b="b" t="t" l="l"/>
            <a:pathLst>
              <a:path h="10202966" w="9743832">
                <a:moveTo>
                  <a:pt x="0" y="0"/>
                </a:moveTo>
                <a:lnTo>
                  <a:pt x="9743832" y="0"/>
                </a:lnTo>
                <a:lnTo>
                  <a:pt x="9743832" y="10202965"/>
                </a:lnTo>
                <a:lnTo>
                  <a:pt x="0" y="1020296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-2366106">
            <a:off x="9156633" y="2870116"/>
            <a:ext cx="13445762" cy="8439612"/>
          </a:xfrm>
          <a:custGeom>
            <a:avLst/>
            <a:gdLst/>
            <a:ahLst/>
            <a:cxnLst/>
            <a:rect r="r" b="b" t="t" l="l"/>
            <a:pathLst>
              <a:path h="8439612" w="13445762">
                <a:moveTo>
                  <a:pt x="13445762" y="0"/>
                </a:moveTo>
                <a:lnTo>
                  <a:pt x="0" y="0"/>
                </a:lnTo>
                <a:lnTo>
                  <a:pt x="0" y="8439613"/>
                </a:lnTo>
                <a:lnTo>
                  <a:pt x="13445762" y="8439613"/>
                </a:lnTo>
                <a:lnTo>
                  <a:pt x="13445762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1651917" y="2931019"/>
            <a:ext cx="6887873" cy="7355981"/>
          </a:xfrm>
          <a:custGeom>
            <a:avLst/>
            <a:gdLst/>
            <a:ahLst/>
            <a:cxnLst/>
            <a:rect r="r" b="b" t="t" l="l"/>
            <a:pathLst>
              <a:path h="7355981" w="6887873">
                <a:moveTo>
                  <a:pt x="0" y="0"/>
                </a:moveTo>
                <a:lnTo>
                  <a:pt x="6887873" y="0"/>
                </a:lnTo>
                <a:lnTo>
                  <a:pt x="6887873" y="7355981"/>
                </a:lnTo>
                <a:lnTo>
                  <a:pt x="0" y="735598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681133" y="1734633"/>
            <a:ext cx="10497436" cy="65224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074"/>
              </a:lnSpc>
            </a:pPr>
            <a:r>
              <a:rPr lang="en-US" b="true" sz="3290">
                <a:solidFill>
                  <a:srgbClr val="3B365F"/>
                </a:solidFill>
                <a:latin typeface="DM Sans Bold"/>
                <a:ea typeface="DM Sans Bold"/>
                <a:cs typeface="DM Sans Bold"/>
                <a:sym typeface="DM Sans Bold"/>
              </a:rPr>
              <a:t>1. Update Admission Criteria</a:t>
            </a:r>
          </a:p>
          <a:p>
            <a:pPr algn="ctr">
              <a:lnSpc>
                <a:spcPts val="4606"/>
              </a:lnSpc>
            </a:pPr>
            <a:r>
              <a:rPr lang="en-US" sz="3290">
                <a:solidFill>
                  <a:srgbClr val="3B365F"/>
                </a:solidFill>
                <a:latin typeface="DM Sans"/>
                <a:ea typeface="DM Sans"/>
                <a:cs typeface="DM Sans"/>
                <a:sym typeface="DM Sans"/>
              </a:rPr>
              <a:t>Refine OU admission guidelines to prioritize patients needing short-term observation, reduce unnecessary admissions, and improve Emergency Department flow.</a:t>
            </a:r>
          </a:p>
          <a:p>
            <a:pPr algn="ctr">
              <a:lnSpc>
                <a:spcPts val="4606"/>
              </a:lnSpc>
            </a:pPr>
          </a:p>
          <a:p>
            <a:pPr algn="ctr">
              <a:lnSpc>
                <a:spcPts val="7337"/>
              </a:lnSpc>
            </a:pPr>
            <a:r>
              <a:rPr lang="en-US" b="true" sz="3290">
                <a:solidFill>
                  <a:srgbClr val="3B365F"/>
                </a:solidFill>
                <a:latin typeface="DM Sans Bold"/>
                <a:ea typeface="DM Sans Bold"/>
                <a:cs typeface="DM Sans Bold"/>
                <a:sym typeface="DM Sans Bold"/>
              </a:rPr>
              <a:t>2. Continuous Performance Monitoring </a:t>
            </a:r>
            <a:r>
              <a:rPr lang="en-US" sz="3290">
                <a:solidFill>
                  <a:srgbClr val="3B365F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</a:p>
          <a:p>
            <a:pPr algn="ctr">
              <a:lnSpc>
                <a:spcPts val="4606"/>
              </a:lnSpc>
            </a:pPr>
            <a:r>
              <a:rPr lang="en-US" sz="3290">
                <a:solidFill>
                  <a:srgbClr val="3B365F"/>
                </a:solidFill>
                <a:latin typeface="DM Sans"/>
                <a:ea typeface="DM Sans"/>
                <a:cs typeface="DM Sans"/>
                <a:sym typeface="DM Sans"/>
              </a:rPr>
              <a:t>Track key metrics to identify trends, optimize resource use, and adjust criteria for better OU efficiency and patient outcomes.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671388" y="498475"/>
            <a:ext cx="14019378" cy="946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700"/>
              </a:lnSpc>
            </a:pPr>
            <a:r>
              <a:rPr lang="en-US" sz="5500">
                <a:solidFill>
                  <a:srgbClr val="3B365F"/>
                </a:solidFill>
                <a:latin typeface="TAN Headline"/>
                <a:ea typeface="TAN Headline"/>
                <a:cs typeface="TAN Headline"/>
                <a:sym typeface="TAN Headline"/>
              </a:rPr>
              <a:t>FINDINGS &amp; RECOMMENDATIONS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0F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591004">
            <a:off x="9581993" y="1000174"/>
            <a:ext cx="9743832" cy="10202966"/>
          </a:xfrm>
          <a:custGeom>
            <a:avLst/>
            <a:gdLst/>
            <a:ahLst/>
            <a:cxnLst/>
            <a:rect r="r" b="b" t="t" l="l"/>
            <a:pathLst>
              <a:path h="10202966" w="9743832">
                <a:moveTo>
                  <a:pt x="0" y="0"/>
                </a:moveTo>
                <a:lnTo>
                  <a:pt x="9743832" y="0"/>
                </a:lnTo>
                <a:lnTo>
                  <a:pt x="9743832" y="10202966"/>
                </a:lnTo>
                <a:lnTo>
                  <a:pt x="0" y="102029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5755965">
            <a:off x="-1305642" y="731692"/>
            <a:ext cx="9743832" cy="10202966"/>
          </a:xfrm>
          <a:custGeom>
            <a:avLst/>
            <a:gdLst/>
            <a:ahLst/>
            <a:cxnLst/>
            <a:rect r="r" b="b" t="t" l="l"/>
            <a:pathLst>
              <a:path h="10202966" w="9743832">
                <a:moveTo>
                  <a:pt x="0" y="0"/>
                </a:moveTo>
                <a:lnTo>
                  <a:pt x="9743832" y="0"/>
                </a:lnTo>
                <a:lnTo>
                  <a:pt x="9743832" y="10202966"/>
                </a:lnTo>
                <a:lnTo>
                  <a:pt x="0" y="102029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false" rot="0">
            <a:off x="1844355" y="5705171"/>
            <a:ext cx="14599291" cy="9163657"/>
          </a:xfrm>
          <a:custGeom>
            <a:avLst/>
            <a:gdLst/>
            <a:ahLst/>
            <a:cxnLst/>
            <a:rect r="r" b="b" t="t" l="l"/>
            <a:pathLst>
              <a:path h="9163657" w="14599291">
                <a:moveTo>
                  <a:pt x="14599290" y="0"/>
                </a:moveTo>
                <a:lnTo>
                  <a:pt x="0" y="0"/>
                </a:lnTo>
                <a:lnTo>
                  <a:pt x="0" y="9163658"/>
                </a:lnTo>
                <a:lnTo>
                  <a:pt x="14599290" y="9163658"/>
                </a:lnTo>
                <a:lnTo>
                  <a:pt x="1459929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5216366" y="5042801"/>
            <a:ext cx="4127261" cy="5717869"/>
          </a:xfrm>
          <a:custGeom>
            <a:avLst/>
            <a:gdLst/>
            <a:ahLst/>
            <a:cxnLst/>
            <a:rect r="r" b="b" t="t" l="l"/>
            <a:pathLst>
              <a:path h="5717869" w="4127261">
                <a:moveTo>
                  <a:pt x="0" y="0"/>
                </a:moveTo>
                <a:lnTo>
                  <a:pt x="4127262" y="0"/>
                </a:lnTo>
                <a:lnTo>
                  <a:pt x="4127262" y="5717869"/>
                </a:lnTo>
                <a:lnTo>
                  <a:pt x="0" y="571786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9144000" y="4573289"/>
            <a:ext cx="4364916" cy="6187381"/>
          </a:xfrm>
          <a:custGeom>
            <a:avLst/>
            <a:gdLst/>
            <a:ahLst/>
            <a:cxnLst/>
            <a:rect r="r" b="b" t="t" l="l"/>
            <a:pathLst>
              <a:path h="6187381" w="4364916">
                <a:moveTo>
                  <a:pt x="0" y="0"/>
                </a:moveTo>
                <a:lnTo>
                  <a:pt x="4364916" y="0"/>
                </a:lnTo>
                <a:lnTo>
                  <a:pt x="4364916" y="6187381"/>
                </a:lnTo>
                <a:lnTo>
                  <a:pt x="0" y="6187381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487407" y="6174334"/>
            <a:ext cx="3531385" cy="3815463"/>
          </a:xfrm>
          <a:custGeom>
            <a:avLst/>
            <a:gdLst/>
            <a:ahLst/>
            <a:cxnLst/>
            <a:rect r="r" b="b" t="t" l="l"/>
            <a:pathLst>
              <a:path h="3815463" w="3531385">
                <a:moveTo>
                  <a:pt x="0" y="0"/>
                </a:moveTo>
                <a:lnTo>
                  <a:pt x="3531386" y="0"/>
                </a:lnTo>
                <a:lnTo>
                  <a:pt x="3531386" y="3815463"/>
                </a:lnTo>
                <a:lnTo>
                  <a:pt x="0" y="3815463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true" flipV="false" rot="0">
            <a:off x="12543402" y="6083768"/>
            <a:ext cx="3531385" cy="3815463"/>
          </a:xfrm>
          <a:custGeom>
            <a:avLst/>
            <a:gdLst/>
            <a:ahLst/>
            <a:cxnLst/>
            <a:rect r="r" b="b" t="t" l="l"/>
            <a:pathLst>
              <a:path h="3815463" w="3531385">
                <a:moveTo>
                  <a:pt x="3531386" y="0"/>
                </a:moveTo>
                <a:lnTo>
                  <a:pt x="0" y="0"/>
                </a:lnTo>
                <a:lnTo>
                  <a:pt x="0" y="3815463"/>
                </a:lnTo>
                <a:lnTo>
                  <a:pt x="3531386" y="3815463"/>
                </a:lnTo>
                <a:lnTo>
                  <a:pt x="3531386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-436655" y="1657320"/>
            <a:ext cx="3778768" cy="3807323"/>
          </a:xfrm>
          <a:custGeom>
            <a:avLst/>
            <a:gdLst/>
            <a:ahLst/>
            <a:cxnLst/>
            <a:rect r="r" b="b" t="t" l="l"/>
            <a:pathLst>
              <a:path h="3807323" w="3778768">
                <a:moveTo>
                  <a:pt x="0" y="0"/>
                </a:moveTo>
                <a:lnTo>
                  <a:pt x="3778768" y="0"/>
                </a:lnTo>
                <a:lnTo>
                  <a:pt x="3778768" y="3807323"/>
                </a:lnTo>
                <a:lnTo>
                  <a:pt x="0" y="3807323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538390" y="606533"/>
            <a:ext cx="1828678" cy="1399770"/>
          </a:xfrm>
          <a:custGeom>
            <a:avLst/>
            <a:gdLst/>
            <a:ahLst/>
            <a:cxnLst/>
            <a:rect r="r" b="b" t="t" l="l"/>
            <a:pathLst>
              <a:path h="1399770" w="1828678">
                <a:moveTo>
                  <a:pt x="0" y="0"/>
                </a:moveTo>
                <a:lnTo>
                  <a:pt x="1828678" y="0"/>
                </a:lnTo>
                <a:lnTo>
                  <a:pt x="1828678" y="1399770"/>
                </a:lnTo>
                <a:lnTo>
                  <a:pt x="0" y="1399770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1" id="11"/>
          <p:cNvGrpSpPr/>
          <p:nvPr/>
        </p:nvGrpSpPr>
        <p:grpSpPr>
          <a:xfrm rot="0">
            <a:off x="4460558" y="573066"/>
            <a:ext cx="627698" cy="634365"/>
            <a:chOff x="0" y="0"/>
            <a:chExt cx="836930" cy="84582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45720" y="48260"/>
              <a:ext cx="746760" cy="748030"/>
            </a:xfrm>
            <a:custGeom>
              <a:avLst/>
              <a:gdLst/>
              <a:ahLst/>
              <a:cxnLst/>
              <a:rect r="r" b="b" t="t" l="l"/>
              <a:pathLst>
                <a:path h="748030" w="746760">
                  <a:moveTo>
                    <a:pt x="541020" y="712470"/>
                  </a:moveTo>
                  <a:cubicBezTo>
                    <a:pt x="17780" y="205740"/>
                    <a:pt x="15240" y="201930"/>
                    <a:pt x="10160" y="186690"/>
                  </a:cubicBezTo>
                  <a:cubicBezTo>
                    <a:pt x="3810" y="163830"/>
                    <a:pt x="0" y="124460"/>
                    <a:pt x="8890" y="99060"/>
                  </a:cubicBezTo>
                  <a:cubicBezTo>
                    <a:pt x="16510" y="72390"/>
                    <a:pt x="38100" y="44450"/>
                    <a:pt x="59690" y="27940"/>
                  </a:cubicBezTo>
                  <a:cubicBezTo>
                    <a:pt x="82550" y="11430"/>
                    <a:pt x="116840" y="1270"/>
                    <a:pt x="143510" y="2540"/>
                  </a:cubicBezTo>
                  <a:cubicBezTo>
                    <a:pt x="171450" y="3810"/>
                    <a:pt x="207010" y="20320"/>
                    <a:pt x="226060" y="33020"/>
                  </a:cubicBezTo>
                  <a:cubicBezTo>
                    <a:pt x="240030" y="43180"/>
                    <a:pt x="247650" y="52070"/>
                    <a:pt x="255270" y="66040"/>
                  </a:cubicBezTo>
                  <a:cubicBezTo>
                    <a:pt x="266700" y="87630"/>
                    <a:pt x="275590" y="128270"/>
                    <a:pt x="275590" y="151130"/>
                  </a:cubicBezTo>
                  <a:cubicBezTo>
                    <a:pt x="275590" y="168910"/>
                    <a:pt x="273050" y="180340"/>
                    <a:pt x="265430" y="194310"/>
                  </a:cubicBezTo>
                  <a:cubicBezTo>
                    <a:pt x="254000" y="215900"/>
                    <a:pt x="229870" y="246380"/>
                    <a:pt x="205740" y="259080"/>
                  </a:cubicBezTo>
                  <a:cubicBezTo>
                    <a:pt x="181610" y="273050"/>
                    <a:pt x="143510" y="276860"/>
                    <a:pt x="120650" y="275590"/>
                  </a:cubicBezTo>
                  <a:cubicBezTo>
                    <a:pt x="102870" y="274320"/>
                    <a:pt x="91440" y="270510"/>
                    <a:pt x="77470" y="261620"/>
                  </a:cubicBezTo>
                  <a:cubicBezTo>
                    <a:pt x="57150" y="250190"/>
                    <a:pt x="27940" y="224790"/>
                    <a:pt x="16510" y="199390"/>
                  </a:cubicBezTo>
                  <a:cubicBezTo>
                    <a:pt x="3810" y="175260"/>
                    <a:pt x="0" y="139700"/>
                    <a:pt x="5080" y="113030"/>
                  </a:cubicBezTo>
                  <a:cubicBezTo>
                    <a:pt x="10160" y="86360"/>
                    <a:pt x="27940" y="55880"/>
                    <a:pt x="48260" y="36830"/>
                  </a:cubicBezTo>
                  <a:cubicBezTo>
                    <a:pt x="69850" y="19050"/>
                    <a:pt x="105410" y="6350"/>
                    <a:pt x="129540" y="2540"/>
                  </a:cubicBezTo>
                  <a:cubicBezTo>
                    <a:pt x="146050" y="0"/>
                    <a:pt x="157480" y="1270"/>
                    <a:pt x="173990" y="6350"/>
                  </a:cubicBezTo>
                  <a:cubicBezTo>
                    <a:pt x="195580" y="13970"/>
                    <a:pt x="214630" y="27940"/>
                    <a:pt x="246380" y="54610"/>
                  </a:cubicBezTo>
                  <a:cubicBezTo>
                    <a:pt x="337820" y="129540"/>
                    <a:pt x="645160" y="457200"/>
                    <a:pt x="708660" y="537210"/>
                  </a:cubicBezTo>
                  <a:cubicBezTo>
                    <a:pt x="726440" y="560070"/>
                    <a:pt x="734060" y="566420"/>
                    <a:pt x="739140" y="585470"/>
                  </a:cubicBezTo>
                  <a:cubicBezTo>
                    <a:pt x="745490" y="609600"/>
                    <a:pt x="746760" y="646430"/>
                    <a:pt x="736600" y="671830"/>
                  </a:cubicBezTo>
                  <a:cubicBezTo>
                    <a:pt x="726440" y="695960"/>
                    <a:pt x="698500" y="722630"/>
                    <a:pt x="676910" y="734060"/>
                  </a:cubicBezTo>
                  <a:cubicBezTo>
                    <a:pt x="659130" y="744220"/>
                    <a:pt x="641350" y="748030"/>
                    <a:pt x="621030" y="746760"/>
                  </a:cubicBezTo>
                  <a:cubicBezTo>
                    <a:pt x="595630" y="744220"/>
                    <a:pt x="541020" y="712470"/>
                    <a:pt x="541020" y="712470"/>
                  </a:cubicBezTo>
                </a:path>
              </a:pathLst>
            </a:custGeom>
            <a:solidFill>
              <a:srgbClr val="88A3CE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13" id="13"/>
          <p:cNvGrpSpPr/>
          <p:nvPr/>
        </p:nvGrpSpPr>
        <p:grpSpPr>
          <a:xfrm rot="0">
            <a:off x="5068253" y="483531"/>
            <a:ext cx="296228" cy="615315"/>
            <a:chOff x="0" y="0"/>
            <a:chExt cx="394970" cy="82042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48260" y="49530"/>
              <a:ext cx="311150" cy="722630"/>
            </a:xfrm>
            <a:custGeom>
              <a:avLst/>
              <a:gdLst/>
              <a:ahLst/>
              <a:cxnLst/>
              <a:rect r="r" b="b" t="t" l="l"/>
              <a:pathLst>
                <a:path h="722630" w="311150">
                  <a:moveTo>
                    <a:pt x="66040" y="626110"/>
                  </a:moveTo>
                  <a:cubicBezTo>
                    <a:pt x="2540" y="208280"/>
                    <a:pt x="11430" y="87630"/>
                    <a:pt x="33020" y="48260"/>
                  </a:cubicBezTo>
                  <a:cubicBezTo>
                    <a:pt x="40640" y="31750"/>
                    <a:pt x="49530" y="27940"/>
                    <a:pt x="63500" y="20320"/>
                  </a:cubicBezTo>
                  <a:cubicBezTo>
                    <a:pt x="83820" y="10160"/>
                    <a:pt x="118110" y="0"/>
                    <a:pt x="143510" y="2540"/>
                  </a:cubicBezTo>
                  <a:cubicBezTo>
                    <a:pt x="168910" y="5080"/>
                    <a:pt x="199390" y="19050"/>
                    <a:pt x="218440" y="36830"/>
                  </a:cubicBezTo>
                  <a:cubicBezTo>
                    <a:pt x="237490" y="53340"/>
                    <a:pt x="252730" y="82550"/>
                    <a:pt x="257810" y="107950"/>
                  </a:cubicBezTo>
                  <a:cubicBezTo>
                    <a:pt x="261620" y="133350"/>
                    <a:pt x="256540" y="166370"/>
                    <a:pt x="245110" y="189230"/>
                  </a:cubicBezTo>
                  <a:cubicBezTo>
                    <a:pt x="232410" y="212090"/>
                    <a:pt x="204470" y="234950"/>
                    <a:pt x="185420" y="246380"/>
                  </a:cubicBezTo>
                  <a:cubicBezTo>
                    <a:pt x="172720" y="254000"/>
                    <a:pt x="161290" y="256540"/>
                    <a:pt x="146050" y="257810"/>
                  </a:cubicBezTo>
                  <a:cubicBezTo>
                    <a:pt x="124460" y="257810"/>
                    <a:pt x="85090" y="250190"/>
                    <a:pt x="66040" y="240030"/>
                  </a:cubicBezTo>
                  <a:cubicBezTo>
                    <a:pt x="52070" y="233680"/>
                    <a:pt x="43180" y="226060"/>
                    <a:pt x="34290" y="214630"/>
                  </a:cubicBezTo>
                  <a:cubicBezTo>
                    <a:pt x="20320" y="196850"/>
                    <a:pt x="6350" y="160020"/>
                    <a:pt x="2540" y="138430"/>
                  </a:cubicBezTo>
                  <a:cubicBezTo>
                    <a:pt x="0" y="123190"/>
                    <a:pt x="1270" y="111760"/>
                    <a:pt x="7620" y="96520"/>
                  </a:cubicBezTo>
                  <a:cubicBezTo>
                    <a:pt x="13970" y="76200"/>
                    <a:pt x="31750" y="44450"/>
                    <a:pt x="52070" y="29210"/>
                  </a:cubicBezTo>
                  <a:cubicBezTo>
                    <a:pt x="72390" y="12700"/>
                    <a:pt x="107950" y="3810"/>
                    <a:pt x="129540" y="1270"/>
                  </a:cubicBezTo>
                  <a:cubicBezTo>
                    <a:pt x="146050" y="0"/>
                    <a:pt x="156210" y="2540"/>
                    <a:pt x="171450" y="7620"/>
                  </a:cubicBezTo>
                  <a:cubicBezTo>
                    <a:pt x="191770" y="16510"/>
                    <a:pt x="222250" y="35560"/>
                    <a:pt x="236220" y="57150"/>
                  </a:cubicBezTo>
                  <a:cubicBezTo>
                    <a:pt x="251460" y="78740"/>
                    <a:pt x="260350" y="110490"/>
                    <a:pt x="259080" y="135890"/>
                  </a:cubicBezTo>
                  <a:cubicBezTo>
                    <a:pt x="257810" y="161290"/>
                    <a:pt x="227330" y="210820"/>
                    <a:pt x="229870" y="212090"/>
                  </a:cubicBezTo>
                  <a:cubicBezTo>
                    <a:pt x="231140" y="213360"/>
                    <a:pt x="243840" y="182880"/>
                    <a:pt x="250190" y="185420"/>
                  </a:cubicBezTo>
                  <a:cubicBezTo>
                    <a:pt x="273050" y="191770"/>
                    <a:pt x="311150" y="562610"/>
                    <a:pt x="294640" y="636270"/>
                  </a:cubicBezTo>
                  <a:cubicBezTo>
                    <a:pt x="289560" y="661670"/>
                    <a:pt x="280670" y="670560"/>
                    <a:pt x="266700" y="684530"/>
                  </a:cubicBezTo>
                  <a:cubicBezTo>
                    <a:pt x="248920" y="701040"/>
                    <a:pt x="217170" y="717550"/>
                    <a:pt x="190500" y="720090"/>
                  </a:cubicBezTo>
                  <a:cubicBezTo>
                    <a:pt x="165100" y="722630"/>
                    <a:pt x="132080" y="712470"/>
                    <a:pt x="110490" y="695960"/>
                  </a:cubicBezTo>
                  <a:cubicBezTo>
                    <a:pt x="90170" y="680720"/>
                    <a:pt x="66040" y="626110"/>
                    <a:pt x="66040" y="626110"/>
                  </a:cubicBezTo>
                </a:path>
              </a:pathLst>
            </a:custGeom>
            <a:solidFill>
              <a:srgbClr val="88A3CE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15" id="15"/>
          <p:cNvGrpSpPr/>
          <p:nvPr/>
        </p:nvGrpSpPr>
        <p:grpSpPr>
          <a:xfrm rot="0">
            <a:off x="4470082" y="1228386"/>
            <a:ext cx="592455" cy="303847"/>
            <a:chOff x="0" y="0"/>
            <a:chExt cx="789940" cy="40513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48260" y="48260"/>
              <a:ext cx="692150" cy="309880"/>
            </a:xfrm>
            <a:custGeom>
              <a:avLst/>
              <a:gdLst/>
              <a:ahLst/>
              <a:cxnLst/>
              <a:rect r="r" b="b" t="t" l="l"/>
              <a:pathLst>
                <a:path h="309880" w="692150">
                  <a:moveTo>
                    <a:pt x="553720" y="278130"/>
                  </a:moveTo>
                  <a:cubicBezTo>
                    <a:pt x="351790" y="256540"/>
                    <a:pt x="271780" y="250190"/>
                    <a:pt x="234950" y="262890"/>
                  </a:cubicBezTo>
                  <a:cubicBezTo>
                    <a:pt x="214630" y="270510"/>
                    <a:pt x="210820" y="288290"/>
                    <a:pt x="191770" y="294640"/>
                  </a:cubicBezTo>
                  <a:cubicBezTo>
                    <a:pt x="170180" y="303530"/>
                    <a:pt x="133350" y="309880"/>
                    <a:pt x="106680" y="303530"/>
                  </a:cubicBezTo>
                  <a:cubicBezTo>
                    <a:pt x="80010" y="297180"/>
                    <a:pt x="49530" y="275590"/>
                    <a:pt x="33020" y="259080"/>
                  </a:cubicBezTo>
                  <a:cubicBezTo>
                    <a:pt x="21590" y="246380"/>
                    <a:pt x="16510" y="234950"/>
                    <a:pt x="11430" y="220980"/>
                  </a:cubicBezTo>
                  <a:cubicBezTo>
                    <a:pt x="6350" y="207010"/>
                    <a:pt x="1270" y="194310"/>
                    <a:pt x="2540" y="177800"/>
                  </a:cubicBezTo>
                  <a:cubicBezTo>
                    <a:pt x="3810" y="154940"/>
                    <a:pt x="10160" y="118110"/>
                    <a:pt x="26670" y="95250"/>
                  </a:cubicBezTo>
                  <a:cubicBezTo>
                    <a:pt x="41910" y="73660"/>
                    <a:pt x="69850" y="52070"/>
                    <a:pt x="95250" y="44450"/>
                  </a:cubicBezTo>
                  <a:cubicBezTo>
                    <a:pt x="120650" y="35560"/>
                    <a:pt x="158750" y="39370"/>
                    <a:pt x="181610" y="45720"/>
                  </a:cubicBezTo>
                  <a:cubicBezTo>
                    <a:pt x="196850" y="49530"/>
                    <a:pt x="207010" y="54610"/>
                    <a:pt x="219710" y="66040"/>
                  </a:cubicBezTo>
                  <a:cubicBezTo>
                    <a:pt x="236220" y="81280"/>
                    <a:pt x="260350" y="111760"/>
                    <a:pt x="266700" y="137160"/>
                  </a:cubicBezTo>
                  <a:cubicBezTo>
                    <a:pt x="274320" y="163830"/>
                    <a:pt x="271780" y="198120"/>
                    <a:pt x="261620" y="223520"/>
                  </a:cubicBezTo>
                  <a:cubicBezTo>
                    <a:pt x="251460" y="248920"/>
                    <a:pt x="228600" y="274320"/>
                    <a:pt x="205740" y="288290"/>
                  </a:cubicBezTo>
                  <a:cubicBezTo>
                    <a:pt x="181610" y="302260"/>
                    <a:pt x="148590" y="309880"/>
                    <a:pt x="120650" y="306070"/>
                  </a:cubicBezTo>
                  <a:cubicBezTo>
                    <a:pt x="93980" y="303530"/>
                    <a:pt x="63500" y="288290"/>
                    <a:pt x="43180" y="269240"/>
                  </a:cubicBezTo>
                  <a:cubicBezTo>
                    <a:pt x="24130" y="250190"/>
                    <a:pt x="8890" y="215900"/>
                    <a:pt x="3810" y="193040"/>
                  </a:cubicBezTo>
                  <a:cubicBezTo>
                    <a:pt x="0" y="176530"/>
                    <a:pt x="0" y="165100"/>
                    <a:pt x="3810" y="148590"/>
                  </a:cubicBezTo>
                  <a:cubicBezTo>
                    <a:pt x="10160" y="127000"/>
                    <a:pt x="29210" y="93980"/>
                    <a:pt x="45720" y="73660"/>
                  </a:cubicBezTo>
                  <a:cubicBezTo>
                    <a:pt x="59690" y="55880"/>
                    <a:pt x="71120" y="43180"/>
                    <a:pt x="93980" y="31750"/>
                  </a:cubicBezTo>
                  <a:cubicBezTo>
                    <a:pt x="132080" y="13970"/>
                    <a:pt x="207010" y="6350"/>
                    <a:pt x="264160" y="2540"/>
                  </a:cubicBezTo>
                  <a:cubicBezTo>
                    <a:pt x="322580" y="0"/>
                    <a:pt x="383540" y="7620"/>
                    <a:pt x="441960" y="15240"/>
                  </a:cubicBezTo>
                  <a:cubicBezTo>
                    <a:pt x="501650" y="22860"/>
                    <a:pt x="575310" y="27940"/>
                    <a:pt x="617220" y="49530"/>
                  </a:cubicBezTo>
                  <a:cubicBezTo>
                    <a:pt x="645160" y="63500"/>
                    <a:pt x="666750" y="86360"/>
                    <a:pt x="678180" y="106680"/>
                  </a:cubicBezTo>
                  <a:cubicBezTo>
                    <a:pt x="688340" y="124460"/>
                    <a:pt x="692150" y="143510"/>
                    <a:pt x="690880" y="162560"/>
                  </a:cubicBezTo>
                  <a:cubicBezTo>
                    <a:pt x="688340" y="186690"/>
                    <a:pt x="674370" y="222250"/>
                    <a:pt x="657860" y="241300"/>
                  </a:cubicBezTo>
                  <a:cubicBezTo>
                    <a:pt x="645160" y="256540"/>
                    <a:pt x="627380" y="266700"/>
                    <a:pt x="610870" y="273050"/>
                  </a:cubicBezTo>
                  <a:cubicBezTo>
                    <a:pt x="593090" y="278130"/>
                    <a:pt x="553720" y="278130"/>
                    <a:pt x="553720" y="278130"/>
                  </a:cubicBezTo>
                </a:path>
              </a:pathLst>
            </a:custGeom>
            <a:solidFill>
              <a:srgbClr val="88A3CE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17" id="17"/>
          <p:cNvGrpSpPr/>
          <p:nvPr/>
        </p:nvGrpSpPr>
        <p:grpSpPr>
          <a:xfrm rot="-5466542">
            <a:off x="13171488" y="957477"/>
            <a:ext cx="552469" cy="522858"/>
            <a:chOff x="0" y="0"/>
            <a:chExt cx="900430" cy="85217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45720" y="48260"/>
              <a:ext cx="807720" cy="755650"/>
            </a:xfrm>
            <a:custGeom>
              <a:avLst/>
              <a:gdLst/>
              <a:ahLst/>
              <a:cxnLst/>
              <a:rect r="r" b="b" t="t" l="l"/>
              <a:pathLst>
                <a:path h="755650" w="807720">
                  <a:moveTo>
                    <a:pt x="208280" y="41910"/>
                  </a:moveTo>
                  <a:cubicBezTo>
                    <a:pt x="571500" y="396240"/>
                    <a:pt x="746760" y="495300"/>
                    <a:pt x="786130" y="544830"/>
                  </a:cubicBezTo>
                  <a:cubicBezTo>
                    <a:pt x="798830" y="561340"/>
                    <a:pt x="800100" y="568960"/>
                    <a:pt x="802640" y="585470"/>
                  </a:cubicBezTo>
                  <a:cubicBezTo>
                    <a:pt x="806450" y="608330"/>
                    <a:pt x="805180" y="646430"/>
                    <a:pt x="795020" y="671830"/>
                  </a:cubicBezTo>
                  <a:cubicBezTo>
                    <a:pt x="783590" y="697230"/>
                    <a:pt x="759460" y="722630"/>
                    <a:pt x="735330" y="735330"/>
                  </a:cubicBezTo>
                  <a:cubicBezTo>
                    <a:pt x="711200" y="749300"/>
                    <a:pt x="676910" y="755650"/>
                    <a:pt x="650240" y="750570"/>
                  </a:cubicBezTo>
                  <a:cubicBezTo>
                    <a:pt x="622300" y="746760"/>
                    <a:pt x="591820" y="731520"/>
                    <a:pt x="572770" y="711200"/>
                  </a:cubicBezTo>
                  <a:cubicBezTo>
                    <a:pt x="553720" y="692150"/>
                    <a:pt x="539750" y="655320"/>
                    <a:pt x="534670" y="632460"/>
                  </a:cubicBezTo>
                  <a:cubicBezTo>
                    <a:pt x="532130" y="615950"/>
                    <a:pt x="533400" y="603250"/>
                    <a:pt x="537210" y="589280"/>
                  </a:cubicBezTo>
                  <a:cubicBezTo>
                    <a:pt x="539750" y="574040"/>
                    <a:pt x="543560" y="561340"/>
                    <a:pt x="552450" y="547370"/>
                  </a:cubicBezTo>
                  <a:cubicBezTo>
                    <a:pt x="566420" y="528320"/>
                    <a:pt x="593090" y="501650"/>
                    <a:pt x="618490" y="490220"/>
                  </a:cubicBezTo>
                  <a:cubicBezTo>
                    <a:pt x="643890" y="480060"/>
                    <a:pt x="681990" y="480060"/>
                    <a:pt x="704850" y="485140"/>
                  </a:cubicBezTo>
                  <a:cubicBezTo>
                    <a:pt x="721360" y="487680"/>
                    <a:pt x="731520" y="492760"/>
                    <a:pt x="745490" y="502920"/>
                  </a:cubicBezTo>
                  <a:cubicBezTo>
                    <a:pt x="763270" y="516890"/>
                    <a:pt x="789940" y="544830"/>
                    <a:pt x="798830" y="571500"/>
                  </a:cubicBezTo>
                  <a:cubicBezTo>
                    <a:pt x="807720" y="596900"/>
                    <a:pt x="807720" y="632460"/>
                    <a:pt x="800100" y="657860"/>
                  </a:cubicBezTo>
                  <a:cubicBezTo>
                    <a:pt x="791210" y="684530"/>
                    <a:pt x="770890" y="712470"/>
                    <a:pt x="748030" y="727710"/>
                  </a:cubicBezTo>
                  <a:cubicBezTo>
                    <a:pt x="725170" y="744220"/>
                    <a:pt x="688340" y="751840"/>
                    <a:pt x="664210" y="751840"/>
                  </a:cubicBezTo>
                  <a:cubicBezTo>
                    <a:pt x="647700" y="753110"/>
                    <a:pt x="638810" y="749300"/>
                    <a:pt x="621030" y="742950"/>
                  </a:cubicBezTo>
                  <a:cubicBezTo>
                    <a:pt x="594360" y="732790"/>
                    <a:pt x="552450" y="708660"/>
                    <a:pt x="518160" y="684530"/>
                  </a:cubicBezTo>
                  <a:cubicBezTo>
                    <a:pt x="481330" y="659130"/>
                    <a:pt x="450850" y="635000"/>
                    <a:pt x="407670" y="594360"/>
                  </a:cubicBezTo>
                  <a:cubicBezTo>
                    <a:pt x="335280" y="530860"/>
                    <a:pt x="210820" y="405130"/>
                    <a:pt x="139700" y="326390"/>
                  </a:cubicBezTo>
                  <a:cubicBezTo>
                    <a:pt x="87630" y="270510"/>
                    <a:pt x="33020" y="220980"/>
                    <a:pt x="13970" y="175260"/>
                  </a:cubicBezTo>
                  <a:cubicBezTo>
                    <a:pt x="1270" y="144780"/>
                    <a:pt x="0" y="115570"/>
                    <a:pt x="5080" y="91440"/>
                  </a:cubicBezTo>
                  <a:cubicBezTo>
                    <a:pt x="7620" y="72390"/>
                    <a:pt x="19050" y="54610"/>
                    <a:pt x="30480" y="41910"/>
                  </a:cubicBezTo>
                  <a:cubicBezTo>
                    <a:pt x="43180" y="27940"/>
                    <a:pt x="60960" y="16510"/>
                    <a:pt x="77470" y="10160"/>
                  </a:cubicBezTo>
                  <a:cubicBezTo>
                    <a:pt x="95250" y="2540"/>
                    <a:pt x="114300" y="0"/>
                    <a:pt x="134620" y="2540"/>
                  </a:cubicBezTo>
                  <a:cubicBezTo>
                    <a:pt x="157480" y="7620"/>
                    <a:pt x="208280" y="41910"/>
                    <a:pt x="208280" y="41910"/>
                  </a:cubicBezTo>
                </a:path>
              </a:pathLst>
            </a:custGeom>
            <a:solidFill>
              <a:srgbClr val="88A3CE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19" id="19"/>
          <p:cNvGrpSpPr/>
          <p:nvPr/>
        </p:nvGrpSpPr>
        <p:grpSpPr>
          <a:xfrm rot="-5466542">
            <a:off x="12755985" y="971838"/>
            <a:ext cx="621819" cy="241559"/>
            <a:chOff x="0" y="0"/>
            <a:chExt cx="1013460" cy="3937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49530" y="46990"/>
              <a:ext cx="918210" cy="308610"/>
            </a:xfrm>
            <a:custGeom>
              <a:avLst/>
              <a:gdLst/>
              <a:ahLst/>
              <a:cxnLst/>
              <a:rect r="r" b="b" t="t" l="l"/>
              <a:pathLst>
                <a:path h="308610" w="918210">
                  <a:moveTo>
                    <a:pt x="124460" y="46990"/>
                  </a:moveTo>
                  <a:cubicBezTo>
                    <a:pt x="711200" y="30480"/>
                    <a:pt x="711200" y="19050"/>
                    <a:pt x="726440" y="13970"/>
                  </a:cubicBezTo>
                  <a:cubicBezTo>
                    <a:pt x="749300" y="6350"/>
                    <a:pt x="786130" y="0"/>
                    <a:pt x="812800" y="6350"/>
                  </a:cubicBezTo>
                  <a:cubicBezTo>
                    <a:pt x="839470" y="12700"/>
                    <a:pt x="869950" y="35560"/>
                    <a:pt x="885190" y="52070"/>
                  </a:cubicBezTo>
                  <a:cubicBezTo>
                    <a:pt x="896620" y="63500"/>
                    <a:pt x="902970" y="73660"/>
                    <a:pt x="906780" y="90170"/>
                  </a:cubicBezTo>
                  <a:cubicBezTo>
                    <a:pt x="913130" y="111760"/>
                    <a:pt x="918210" y="149860"/>
                    <a:pt x="909320" y="175260"/>
                  </a:cubicBezTo>
                  <a:cubicBezTo>
                    <a:pt x="901700" y="201930"/>
                    <a:pt x="881380" y="229870"/>
                    <a:pt x="859790" y="246380"/>
                  </a:cubicBezTo>
                  <a:cubicBezTo>
                    <a:pt x="838200" y="261620"/>
                    <a:pt x="801370" y="270510"/>
                    <a:pt x="777240" y="271780"/>
                  </a:cubicBezTo>
                  <a:cubicBezTo>
                    <a:pt x="760730" y="273050"/>
                    <a:pt x="749300" y="270510"/>
                    <a:pt x="735330" y="264160"/>
                  </a:cubicBezTo>
                  <a:cubicBezTo>
                    <a:pt x="713740" y="254000"/>
                    <a:pt x="681990" y="232410"/>
                    <a:pt x="668020" y="209550"/>
                  </a:cubicBezTo>
                  <a:cubicBezTo>
                    <a:pt x="652780" y="186690"/>
                    <a:pt x="643890" y="153670"/>
                    <a:pt x="646430" y="127000"/>
                  </a:cubicBezTo>
                  <a:cubicBezTo>
                    <a:pt x="648970" y="99060"/>
                    <a:pt x="661670" y="67310"/>
                    <a:pt x="679450" y="46990"/>
                  </a:cubicBezTo>
                  <a:cubicBezTo>
                    <a:pt x="698500" y="26670"/>
                    <a:pt x="732790" y="11430"/>
                    <a:pt x="754380" y="5080"/>
                  </a:cubicBezTo>
                  <a:cubicBezTo>
                    <a:pt x="770890" y="0"/>
                    <a:pt x="782320" y="0"/>
                    <a:pt x="798830" y="3810"/>
                  </a:cubicBezTo>
                  <a:cubicBezTo>
                    <a:pt x="820420" y="7620"/>
                    <a:pt x="857250" y="26670"/>
                    <a:pt x="875030" y="40640"/>
                  </a:cubicBezTo>
                  <a:cubicBezTo>
                    <a:pt x="887730" y="52070"/>
                    <a:pt x="895350" y="60960"/>
                    <a:pt x="901700" y="76200"/>
                  </a:cubicBezTo>
                  <a:cubicBezTo>
                    <a:pt x="909320" y="97790"/>
                    <a:pt x="918210" y="134620"/>
                    <a:pt x="913130" y="161290"/>
                  </a:cubicBezTo>
                  <a:cubicBezTo>
                    <a:pt x="908050" y="187960"/>
                    <a:pt x="896620" y="217170"/>
                    <a:pt x="871220" y="236220"/>
                  </a:cubicBezTo>
                  <a:cubicBezTo>
                    <a:pt x="829310" y="269240"/>
                    <a:pt x="735330" y="284480"/>
                    <a:pt x="651510" y="295910"/>
                  </a:cubicBezTo>
                  <a:cubicBezTo>
                    <a:pt x="544830" y="308610"/>
                    <a:pt x="383540" y="297180"/>
                    <a:pt x="279400" y="292100"/>
                  </a:cubicBezTo>
                  <a:cubicBezTo>
                    <a:pt x="204470" y="289560"/>
                    <a:pt x="132080" y="294640"/>
                    <a:pt x="85090" y="278130"/>
                  </a:cubicBezTo>
                  <a:cubicBezTo>
                    <a:pt x="55880" y="265430"/>
                    <a:pt x="33020" y="246380"/>
                    <a:pt x="19050" y="227330"/>
                  </a:cubicBezTo>
                  <a:cubicBezTo>
                    <a:pt x="7620" y="210820"/>
                    <a:pt x="2540" y="191770"/>
                    <a:pt x="1270" y="172720"/>
                  </a:cubicBezTo>
                  <a:cubicBezTo>
                    <a:pt x="0" y="154940"/>
                    <a:pt x="3810" y="134620"/>
                    <a:pt x="11430" y="118110"/>
                  </a:cubicBezTo>
                  <a:cubicBezTo>
                    <a:pt x="19050" y="100330"/>
                    <a:pt x="29210" y="83820"/>
                    <a:pt x="45720" y="72390"/>
                  </a:cubicBezTo>
                  <a:cubicBezTo>
                    <a:pt x="64770" y="58420"/>
                    <a:pt x="124460" y="46990"/>
                    <a:pt x="124460" y="46990"/>
                  </a:cubicBezTo>
                </a:path>
              </a:pathLst>
            </a:custGeom>
            <a:solidFill>
              <a:srgbClr val="88A3CE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21" id="21"/>
          <p:cNvGrpSpPr/>
          <p:nvPr/>
        </p:nvGrpSpPr>
        <p:grpSpPr>
          <a:xfrm rot="-5466542">
            <a:off x="13425147" y="1315976"/>
            <a:ext cx="287533" cy="490131"/>
            <a:chOff x="0" y="0"/>
            <a:chExt cx="468630" cy="79883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44450" y="43180"/>
              <a:ext cx="379730" cy="706120"/>
            </a:xfrm>
            <a:custGeom>
              <a:avLst/>
              <a:gdLst/>
              <a:ahLst/>
              <a:cxnLst/>
              <a:rect r="r" b="b" t="t" l="l"/>
              <a:pathLst>
                <a:path h="706120" w="379730">
                  <a:moveTo>
                    <a:pt x="236220" y="106680"/>
                  </a:moveTo>
                  <a:cubicBezTo>
                    <a:pt x="299720" y="463550"/>
                    <a:pt x="356870" y="494030"/>
                    <a:pt x="369570" y="533400"/>
                  </a:cubicBezTo>
                  <a:cubicBezTo>
                    <a:pt x="379730" y="562610"/>
                    <a:pt x="377190" y="591820"/>
                    <a:pt x="369570" y="617220"/>
                  </a:cubicBezTo>
                  <a:cubicBezTo>
                    <a:pt x="360680" y="641350"/>
                    <a:pt x="339090" y="668020"/>
                    <a:pt x="317500" y="683260"/>
                  </a:cubicBezTo>
                  <a:cubicBezTo>
                    <a:pt x="295910" y="697230"/>
                    <a:pt x="262890" y="706120"/>
                    <a:pt x="236220" y="703580"/>
                  </a:cubicBezTo>
                  <a:cubicBezTo>
                    <a:pt x="210820" y="702310"/>
                    <a:pt x="179070" y="689610"/>
                    <a:pt x="160020" y="671830"/>
                  </a:cubicBezTo>
                  <a:cubicBezTo>
                    <a:pt x="139700" y="655320"/>
                    <a:pt x="121920" y="626110"/>
                    <a:pt x="116840" y="599440"/>
                  </a:cubicBezTo>
                  <a:cubicBezTo>
                    <a:pt x="111760" y="574040"/>
                    <a:pt x="119380" y="538480"/>
                    <a:pt x="127000" y="516890"/>
                  </a:cubicBezTo>
                  <a:cubicBezTo>
                    <a:pt x="133350" y="501650"/>
                    <a:pt x="139700" y="492760"/>
                    <a:pt x="151130" y="482600"/>
                  </a:cubicBezTo>
                  <a:cubicBezTo>
                    <a:pt x="168910" y="467360"/>
                    <a:pt x="203200" y="449580"/>
                    <a:pt x="226060" y="444500"/>
                  </a:cubicBezTo>
                  <a:cubicBezTo>
                    <a:pt x="241300" y="440690"/>
                    <a:pt x="252730" y="440690"/>
                    <a:pt x="267970" y="444500"/>
                  </a:cubicBezTo>
                  <a:cubicBezTo>
                    <a:pt x="289560" y="449580"/>
                    <a:pt x="325120" y="469900"/>
                    <a:pt x="341630" y="485140"/>
                  </a:cubicBezTo>
                  <a:cubicBezTo>
                    <a:pt x="353060" y="495300"/>
                    <a:pt x="359410" y="504190"/>
                    <a:pt x="364490" y="519430"/>
                  </a:cubicBezTo>
                  <a:cubicBezTo>
                    <a:pt x="372110" y="541020"/>
                    <a:pt x="375920" y="580390"/>
                    <a:pt x="373380" y="603250"/>
                  </a:cubicBezTo>
                  <a:cubicBezTo>
                    <a:pt x="370840" y="618490"/>
                    <a:pt x="365760" y="629920"/>
                    <a:pt x="356870" y="642620"/>
                  </a:cubicBezTo>
                  <a:cubicBezTo>
                    <a:pt x="342900" y="660400"/>
                    <a:pt x="312420" y="685800"/>
                    <a:pt x="292100" y="695960"/>
                  </a:cubicBezTo>
                  <a:cubicBezTo>
                    <a:pt x="278130" y="702310"/>
                    <a:pt x="266700" y="704850"/>
                    <a:pt x="251460" y="704850"/>
                  </a:cubicBezTo>
                  <a:cubicBezTo>
                    <a:pt x="228600" y="703580"/>
                    <a:pt x="198120" y="695960"/>
                    <a:pt x="170180" y="680720"/>
                  </a:cubicBezTo>
                  <a:cubicBezTo>
                    <a:pt x="135890" y="662940"/>
                    <a:pt x="90170" y="631190"/>
                    <a:pt x="67310" y="594360"/>
                  </a:cubicBezTo>
                  <a:cubicBezTo>
                    <a:pt x="43180" y="554990"/>
                    <a:pt x="41910" y="508000"/>
                    <a:pt x="31750" y="449580"/>
                  </a:cubicBezTo>
                  <a:cubicBezTo>
                    <a:pt x="19050" y="364490"/>
                    <a:pt x="0" y="200660"/>
                    <a:pt x="6350" y="130810"/>
                  </a:cubicBezTo>
                  <a:cubicBezTo>
                    <a:pt x="10160" y="95250"/>
                    <a:pt x="15240" y="71120"/>
                    <a:pt x="27940" y="52070"/>
                  </a:cubicBezTo>
                  <a:cubicBezTo>
                    <a:pt x="38100" y="35560"/>
                    <a:pt x="52070" y="22860"/>
                    <a:pt x="69850" y="15240"/>
                  </a:cubicBezTo>
                  <a:cubicBezTo>
                    <a:pt x="91440" y="6350"/>
                    <a:pt x="125730" y="0"/>
                    <a:pt x="151130" y="7620"/>
                  </a:cubicBezTo>
                  <a:cubicBezTo>
                    <a:pt x="175260" y="13970"/>
                    <a:pt x="203200" y="35560"/>
                    <a:pt x="217170" y="54610"/>
                  </a:cubicBezTo>
                  <a:cubicBezTo>
                    <a:pt x="228600" y="69850"/>
                    <a:pt x="236220" y="106680"/>
                    <a:pt x="236220" y="106680"/>
                  </a:cubicBezTo>
                </a:path>
              </a:pathLst>
            </a:custGeom>
            <a:solidFill>
              <a:srgbClr val="88A3CE"/>
            </a:solidFill>
            <a:ln cap="sq">
              <a:noFill/>
              <a:prstDash val="solid"/>
              <a:miter/>
            </a:ln>
          </p:spPr>
        </p:sp>
      </p:grpSp>
      <p:sp>
        <p:nvSpPr>
          <p:cNvPr name="Freeform 23" id="23"/>
          <p:cNvSpPr/>
          <p:nvPr/>
        </p:nvSpPr>
        <p:spPr>
          <a:xfrm flipH="false" flipV="false" rot="0">
            <a:off x="15412853" y="-367037"/>
            <a:ext cx="3692894" cy="2316452"/>
          </a:xfrm>
          <a:custGeom>
            <a:avLst/>
            <a:gdLst/>
            <a:ahLst/>
            <a:cxnLst/>
            <a:rect r="r" b="b" t="t" l="l"/>
            <a:pathLst>
              <a:path h="2316452" w="3692894">
                <a:moveTo>
                  <a:pt x="0" y="0"/>
                </a:moveTo>
                <a:lnTo>
                  <a:pt x="3692894" y="0"/>
                </a:lnTo>
                <a:lnTo>
                  <a:pt x="3692894" y="2316451"/>
                </a:lnTo>
                <a:lnTo>
                  <a:pt x="0" y="2316451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4" id="24"/>
          <p:cNvSpPr/>
          <p:nvPr/>
        </p:nvSpPr>
        <p:spPr>
          <a:xfrm flipH="true" flipV="false" rot="-1008282">
            <a:off x="15390590" y="2224730"/>
            <a:ext cx="2659752" cy="3491322"/>
          </a:xfrm>
          <a:custGeom>
            <a:avLst/>
            <a:gdLst/>
            <a:ahLst/>
            <a:cxnLst/>
            <a:rect r="r" b="b" t="t" l="l"/>
            <a:pathLst>
              <a:path h="3491322" w="2659752">
                <a:moveTo>
                  <a:pt x="2659753" y="0"/>
                </a:moveTo>
                <a:lnTo>
                  <a:pt x="0" y="0"/>
                </a:lnTo>
                <a:lnTo>
                  <a:pt x="0" y="3491322"/>
                </a:lnTo>
                <a:lnTo>
                  <a:pt x="2659753" y="3491322"/>
                </a:lnTo>
                <a:lnTo>
                  <a:pt x="2659753" y="0"/>
                </a:lnTo>
                <a:close/>
              </a:path>
            </a:pathLst>
          </a:custGeom>
          <a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5" id="25"/>
          <p:cNvSpPr txBox="true"/>
          <p:nvPr/>
        </p:nvSpPr>
        <p:spPr>
          <a:xfrm rot="0">
            <a:off x="4335907" y="1216956"/>
            <a:ext cx="9616186" cy="13093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780"/>
              </a:lnSpc>
            </a:pPr>
            <a:r>
              <a:rPr lang="en-US" sz="7700">
                <a:solidFill>
                  <a:srgbClr val="3B365F"/>
                </a:solidFill>
                <a:latin typeface="TAN Headline"/>
                <a:ea typeface="TAN Headline"/>
                <a:cs typeface="TAN Headline"/>
                <a:sym typeface="TAN Headline"/>
              </a:rPr>
              <a:t>Thank you!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0F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10385461">
            <a:off x="-3184086" y="-1008853"/>
            <a:ext cx="9743832" cy="10202966"/>
          </a:xfrm>
          <a:custGeom>
            <a:avLst/>
            <a:gdLst/>
            <a:ahLst/>
            <a:cxnLst/>
            <a:rect r="r" b="b" t="t" l="l"/>
            <a:pathLst>
              <a:path h="10202966" w="9743832">
                <a:moveTo>
                  <a:pt x="0" y="0"/>
                </a:moveTo>
                <a:lnTo>
                  <a:pt x="9743832" y="0"/>
                </a:lnTo>
                <a:lnTo>
                  <a:pt x="9743832" y="10202966"/>
                </a:lnTo>
                <a:lnTo>
                  <a:pt x="0" y="102029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999298" y="4514850"/>
            <a:ext cx="197167" cy="197167"/>
            <a:chOff x="0" y="0"/>
            <a:chExt cx="262890" cy="26289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49530" y="46990"/>
              <a:ext cx="161290" cy="167640"/>
            </a:xfrm>
            <a:custGeom>
              <a:avLst/>
              <a:gdLst/>
              <a:ahLst/>
              <a:cxnLst/>
              <a:rect r="r" b="b" t="t" l="l"/>
              <a:pathLst>
                <a:path h="167640" w="161290">
                  <a:moveTo>
                    <a:pt x="161290" y="57150"/>
                  </a:moveTo>
                  <a:cubicBezTo>
                    <a:pt x="140970" y="146050"/>
                    <a:pt x="128270" y="152400"/>
                    <a:pt x="116840" y="157480"/>
                  </a:cubicBezTo>
                  <a:cubicBezTo>
                    <a:pt x="105410" y="162560"/>
                    <a:pt x="92710" y="167640"/>
                    <a:pt x="77470" y="165100"/>
                  </a:cubicBezTo>
                  <a:cubicBezTo>
                    <a:pt x="58420" y="161290"/>
                    <a:pt x="24130" y="140970"/>
                    <a:pt x="12700" y="124460"/>
                  </a:cubicBezTo>
                  <a:cubicBezTo>
                    <a:pt x="3810" y="114300"/>
                    <a:pt x="0" y="101600"/>
                    <a:pt x="1270" y="87630"/>
                  </a:cubicBezTo>
                  <a:cubicBezTo>
                    <a:pt x="1270" y="67310"/>
                    <a:pt x="13970" y="31750"/>
                    <a:pt x="31750" y="17780"/>
                  </a:cubicBezTo>
                  <a:cubicBezTo>
                    <a:pt x="49530" y="3810"/>
                    <a:pt x="87630" y="0"/>
                    <a:pt x="107950" y="3810"/>
                  </a:cubicBezTo>
                  <a:cubicBezTo>
                    <a:pt x="121920" y="6350"/>
                    <a:pt x="140970" y="24130"/>
                    <a:pt x="140970" y="24130"/>
                  </a:cubicBezTo>
                </a:path>
              </a:pathLst>
            </a:custGeom>
            <a:solidFill>
              <a:srgbClr val="94AAB8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5" id="5"/>
          <p:cNvGrpSpPr/>
          <p:nvPr/>
        </p:nvGrpSpPr>
        <p:grpSpPr>
          <a:xfrm rot="0">
            <a:off x="3779520" y="9743122"/>
            <a:ext cx="194310" cy="192405"/>
            <a:chOff x="0" y="0"/>
            <a:chExt cx="259080" cy="25654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44450" y="46990"/>
              <a:ext cx="160020" cy="166370"/>
            </a:xfrm>
            <a:custGeom>
              <a:avLst/>
              <a:gdLst/>
              <a:ahLst/>
              <a:cxnLst/>
              <a:rect r="r" b="b" t="t" l="l"/>
              <a:pathLst>
                <a:path h="166370" w="160020">
                  <a:moveTo>
                    <a:pt x="160020" y="58420"/>
                  </a:moveTo>
                  <a:cubicBezTo>
                    <a:pt x="156210" y="116840"/>
                    <a:pt x="135890" y="148590"/>
                    <a:pt x="115570" y="157480"/>
                  </a:cubicBezTo>
                  <a:cubicBezTo>
                    <a:pt x="93980" y="166370"/>
                    <a:pt x="57150" y="161290"/>
                    <a:pt x="38100" y="153670"/>
                  </a:cubicBezTo>
                  <a:cubicBezTo>
                    <a:pt x="25400" y="147320"/>
                    <a:pt x="16510" y="138430"/>
                    <a:pt x="10160" y="125730"/>
                  </a:cubicBezTo>
                  <a:cubicBezTo>
                    <a:pt x="2540" y="106680"/>
                    <a:pt x="0" y="67310"/>
                    <a:pt x="6350" y="48260"/>
                  </a:cubicBezTo>
                  <a:cubicBezTo>
                    <a:pt x="10160" y="34290"/>
                    <a:pt x="17780" y="25400"/>
                    <a:pt x="30480" y="17780"/>
                  </a:cubicBezTo>
                  <a:cubicBezTo>
                    <a:pt x="46990" y="7620"/>
                    <a:pt x="86360" y="0"/>
                    <a:pt x="105410" y="3810"/>
                  </a:cubicBezTo>
                  <a:cubicBezTo>
                    <a:pt x="119380" y="6350"/>
                    <a:pt x="139700" y="24130"/>
                    <a:pt x="139700" y="24130"/>
                  </a:cubicBezTo>
                </a:path>
              </a:pathLst>
            </a:custGeom>
            <a:solidFill>
              <a:srgbClr val="94AAB8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7" id="7"/>
          <p:cNvGrpSpPr/>
          <p:nvPr/>
        </p:nvGrpSpPr>
        <p:grpSpPr>
          <a:xfrm rot="0">
            <a:off x="420053" y="6246495"/>
            <a:ext cx="194310" cy="194310"/>
            <a:chOff x="0" y="0"/>
            <a:chExt cx="259080" cy="25908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44450" y="50800"/>
              <a:ext cx="160020" cy="166370"/>
            </a:xfrm>
            <a:custGeom>
              <a:avLst/>
              <a:gdLst/>
              <a:ahLst/>
              <a:cxnLst/>
              <a:rect r="r" b="b" t="t" l="l"/>
              <a:pathLst>
                <a:path h="166370" w="160020">
                  <a:moveTo>
                    <a:pt x="160020" y="57150"/>
                  </a:moveTo>
                  <a:cubicBezTo>
                    <a:pt x="156210" y="115570"/>
                    <a:pt x="135890" y="147320"/>
                    <a:pt x="115570" y="157480"/>
                  </a:cubicBezTo>
                  <a:cubicBezTo>
                    <a:pt x="93980" y="166370"/>
                    <a:pt x="57150" y="160020"/>
                    <a:pt x="38100" y="152400"/>
                  </a:cubicBezTo>
                  <a:cubicBezTo>
                    <a:pt x="25400" y="146050"/>
                    <a:pt x="16510" y="137160"/>
                    <a:pt x="10160" y="124460"/>
                  </a:cubicBezTo>
                  <a:cubicBezTo>
                    <a:pt x="2540" y="106680"/>
                    <a:pt x="0" y="67310"/>
                    <a:pt x="6350" y="48260"/>
                  </a:cubicBezTo>
                  <a:cubicBezTo>
                    <a:pt x="10160" y="34290"/>
                    <a:pt x="20320" y="24130"/>
                    <a:pt x="30480" y="16510"/>
                  </a:cubicBezTo>
                  <a:cubicBezTo>
                    <a:pt x="40640" y="8890"/>
                    <a:pt x="52070" y="1270"/>
                    <a:pt x="66040" y="0"/>
                  </a:cubicBezTo>
                  <a:cubicBezTo>
                    <a:pt x="86360" y="0"/>
                    <a:pt x="139700" y="22860"/>
                    <a:pt x="139700" y="22860"/>
                  </a:cubicBezTo>
                </a:path>
              </a:pathLst>
            </a:custGeom>
            <a:solidFill>
              <a:srgbClr val="94AAB8"/>
            </a:solidFill>
            <a:ln cap="sq">
              <a:noFill/>
              <a:prstDash val="solid"/>
              <a:miter/>
            </a:ln>
          </p:spPr>
        </p:sp>
      </p:grpSp>
      <p:sp>
        <p:nvSpPr>
          <p:cNvPr name="Freeform 9" id="9"/>
          <p:cNvSpPr/>
          <p:nvPr/>
        </p:nvSpPr>
        <p:spPr>
          <a:xfrm flipH="false" flipV="false" rot="0">
            <a:off x="957202" y="1879025"/>
            <a:ext cx="4663535" cy="3264475"/>
          </a:xfrm>
          <a:custGeom>
            <a:avLst/>
            <a:gdLst/>
            <a:ahLst/>
            <a:cxnLst/>
            <a:rect r="r" b="b" t="t" l="l"/>
            <a:pathLst>
              <a:path h="3264475" w="4663535">
                <a:moveTo>
                  <a:pt x="0" y="0"/>
                </a:moveTo>
                <a:lnTo>
                  <a:pt x="4663535" y="0"/>
                </a:lnTo>
                <a:lnTo>
                  <a:pt x="4663535" y="3264475"/>
                </a:lnTo>
                <a:lnTo>
                  <a:pt x="0" y="326447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028700" y="6126733"/>
            <a:ext cx="4566380" cy="3230714"/>
          </a:xfrm>
          <a:custGeom>
            <a:avLst/>
            <a:gdLst/>
            <a:ahLst/>
            <a:cxnLst/>
            <a:rect r="r" b="b" t="t" l="l"/>
            <a:pathLst>
              <a:path h="3230714" w="4566380">
                <a:moveTo>
                  <a:pt x="0" y="0"/>
                </a:moveTo>
                <a:lnTo>
                  <a:pt x="4566380" y="0"/>
                </a:lnTo>
                <a:lnTo>
                  <a:pt x="4566380" y="3230714"/>
                </a:lnTo>
                <a:lnTo>
                  <a:pt x="0" y="323071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6582762" y="1879025"/>
            <a:ext cx="4574462" cy="3264475"/>
          </a:xfrm>
          <a:custGeom>
            <a:avLst/>
            <a:gdLst/>
            <a:ahLst/>
            <a:cxnLst/>
            <a:rect r="r" b="b" t="t" l="l"/>
            <a:pathLst>
              <a:path h="3264475" w="4574462">
                <a:moveTo>
                  <a:pt x="0" y="0"/>
                </a:moveTo>
                <a:lnTo>
                  <a:pt x="4574462" y="0"/>
                </a:lnTo>
                <a:lnTo>
                  <a:pt x="4574462" y="3264475"/>
                </a:lnTo>
                <a:lnTo>
                  <a:pt x="0" y="326447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-268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6582762" y="6126733"/>
            <a:ext cx="4574462" cy="3230714"/>
          </a:xfrm>
          <a:custGeom>
            <a:avLst/>
            <a:gdLst/>
            <a:ahLst/>
            <a:cxnLst/>
            <a:rect r="r" b="b" t="t" l="l"/>
            <a:pathLst>
              <a:path h="3230714" w="4574462">
                <a:moveTo>
                  <a:pt x="0" y="0"/>
                </a:moveTo>
                <a:lnTo>
                  <a:pt x="4574462" y="0"/>
                </a:lnTo>
                <a:lnTo>
                  <a:pt x="4574462" y="3230714"/>
                </a:lnTo>
                <a:lnTo>
                  <a:pt x="0" y="3230714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12118888" y="1879025"/>
            <a:ext cx="4671878" cy="3264475"/>
          </a:xfrm>
          <a:custGeom>
            <a:avLst/>
            <a:gdLst/>
            <a:ahLst/>
            <a:cxnLst/>
            <a:rect r="r" b="b" t="t" l="l"/>
            <a:pathLst>
              <a:path h="3264475" w="4671878">
                <a:moveTo>
                  <a:pt x="0" y="0"/>
                </a:moveTo>
                <a:lnTo>
                  <a:pt x="4671878" y="0"/>
                </a:lnTo>
                <a:lnTo>
                  <a:pt x="4671878" y="3264475"/>
                </a:lnTo>
                <a:lnTo>
                  <a:pt x="0" y="3264475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12005938" y="5971859"/>
            <a:ext cx="4784827" cy="3307512"/>
          </a:xfrm>
          <a:custGeom>
            <a:avLst/>
            <a:gdLst/>
            <a:ahLst/>
            <a:cxnLst/>
            <a:rect r="r" b="b" t="t" l="l"/>
            <a:pathLst>
              <a:path h="3307512" w="4784827">
                <a:moveTo>
                  <a:pt x="0" y="0"/>
                </a:moveTo>
                <a:lnTo>
                  <a:pt x="4784828" y="0"/>
                </a:lnTo>
                <a:lnTo>
                  <a:pt x="4784828" y="3307512"/>
                </a:lnTo>
                <a:lnTo>
                  <a:pt x="0" y="3307512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4335907" y="321628"/>
            <a:ext cx="9616186" cy="10782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820"/>
              </a:lnSpc>
            </a:pPr>
            <a:r>
              <a:rPr lang="en-US" sz="6300">
                <a:solidFill>
                  <a:srgbClr val="3B365F"/>
                </a:solidFill>
                <a:latin typeface="TAN Headline"/>
                <a:ea typeface="TAN Headline"/>
                <a:cs typeface="TAN Headline"/>
                <a:sym typeface="TAN Headline"/>
              </a:rPr>
              <a:t>Appendix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0F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28700" y="3398736"/>
            <a:ext cx="5093513" cy="6356958"/>
          </a:xfrm>
          <a:custGeom>
            <a:avLst/>
            <a:gdLst/>
            <a:ahLst/>
            <a:cxnLst/>
            <a:rect r="r" b="b" t="t" l="l"/>
            <a:pathLst>
              <a:path h="6356958" w="5093513">
                <a:moveTo>
                  <a:pt x="0" y="0"/>
                </a:moveTo>
                <a:lnTo>
                  <a:pt x="5093513" y="0"/>
                </a:lnTo>
                <a:lnTo>
                  <a:pt x="5093513" y="6356958"/>
                </a:lnTo>
                <a:lnTo>
                  <a:pt x="0" y="635695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6653284" y="2704212"/>
            <a:ext cx="11301259" cy="3164353"/>
          </a:xfrm>
          <a:custGeom>
            <a:avLst/>
            <a:gdLst/>
            <a:ahLst/>
            <a:cxnLst/>
            <a:rect r="r" b="b" t="t" l="l"/>
            <a:pathLst>
              <a:path h="3164353" w="11301259">
                <a:moveTo>
                  <a:pt x="0" y="0"/>
                </a:moveTo>
                <a:lnTo>
                  <a:pt x="11301259" y="0"/>
                </a:lnTo>
                <a:lnTo>
                  <a:pt x="11301259" y="3164352"/>
                </a:lnTo>
                <a:lnTo>
                  <a:pt x="0" y="316435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9512607" y="6719465"/>
            <a:ext cx="5135938" cy="3435068"/>
          </a:xfrm>
          <a:custGeom>
            <a:avLst/>
            <a:gdLst/>
            <a:ahLst/>
            <a:cxnLst/>
            <a:rect r="r" b="b" t="t" l="l"/>
            <a:pathLst>
              <a:path h="3435068" w="5135938">
                <a:moveTo>
                  <a:pt x="0" y="0"/>
                </a:moveTo>
                <a:lnTo>
                  <a:pt x="5135938" y="0"/>
                </a:lnTo>
                <a:lnTo>
                  <a:pt x="5135938" y="3435068"/>
                </a:lnTo>
                <a:lnTo>
                  <a:pt x="0" y="343506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-1769" r="0" b="-1769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4335907" y="321628"/>
            <a:ext cx="9616186" cy="10782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820"/>
              </a:lnSpc>
            </a:pPr>
            <a:r>
              <a:rPr lang="en-US" sz="6300">
                <a:solidFill>
                  <a:srgbClr val="3B365F"/>
                </a:solidFill>
                <a:latin typeface="TAN Headline"/>
                <a:ea typeface="TAN Headline"/>
                <a:cs typeface="TAN Headline"/>
                <a:sym typeface="TAN Headline"/>
              </a:rPr>
              <a:t>Appendix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73219" y="1746516"/>
            <a:ext cx="5004474" cy="14128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9"/>
              </a:lnSpc>
            </a:pPr>
            <a:r>
              <a:rPr lang="en-US" sz="3999">
                <a:solidFill>
                  <a:srgbClr val="3B365F"/>
                </a:solidFill>
                <a:latin typeface="Coco Gothic"/>
                <a:ea typeface="Coco Gothic"/>
                <a:cs typeface="Coco Gothic"/>
                <a:sym typeface="Coco Gothic"/>
              </a:rPr>
              <a:t>Logistic Regression Model Result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8221720" y="1746516"/>
            <a:ext cx="8164387" cy="7080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9"/>
              </a:lnSpc>
            </a:pPr>
            <a:r>
              <a:rPr lang="en-US" sz="3999">
                <a:solidFill>
                  <a:srgbClr val="3B365F"/>
                </a:solidFill>
                <a:latin typeface="Coco Gothic"/>
                <a:ea typeface="Coco Gothic"/>
                <a:cs typeface="Coco Gothic"/>
                <a:sym typeface="Coco Gothic"/>
              </a:rPr>
              <a:t>Random Forest Model Result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8221720" y="6011439"/>
            <a:ext cx="8164387" cy="6750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319"/>
              </a:lnSpc>
            </a:pPr>
            <a:r>
              <a:rPr lang="en-US" sz="3799">
                <a:solidFill>
                  <a:srgbClr val="3B365F"/>
                </a:solidFill>
                <a:latin typeface="Coco Gothic"/>
                <a:ea typeface="Coco Gothic"/>
                <a:cs typeface="Coco Gothic"/>
                <a:sym typeface="Coco Gothic"/>
              </a:rPr>
              <a:t>Variable Importance Plot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0F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3173455" y="3607067"/>
            <a:ext cx="4139466" cy="6137209"/>
          </a:xfrm>
          <a:custGeom>
            <a:avLst/>
            <a:gdLst/>
            <a:ahLst/>
            <a:cxnLst/>
            <a:rect r="r" b="b" t="t" l="l"/>
            <a:pathLst>
              <a:path h="6137209" w="4139466">
                <a:moveTo>
                  <a:pt x="0" y="0"/>
                </a:moveTo>
                <a:lnTo>
                  <a:pt x="4139467" y="0"/>
                </a:lnTo>
                <a:lnTo>
                  <a:pt x="4139467" y="6137209"/>
                </a:lnTo>
                <a:lnTo>
                  <a:pt x="0" y="613720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843018" y="3607067"/>
            <a:ext cx="4085473" cy="6137209"/>
          </a:xfrm>
          <a:custGeom>
            <a:avLst/>
            <a:gdLst/>
            <a:ahLst/>
            <a:cxnLst/>
            <a:rect r="r" b="b" t="t" l="l"/>
            <a:pathLst>
              <a:path h="6137209" w="4085473">
                <a:moveTo>
                  <a:pt x="0" y="0"/>
                </a:moveTo>
                <a:lnTo>
                  <a:pt x="4085473" y="0"/>
                </a:lnTo>
                <a:lnTo>
                  <a:pt x="4085473" y="6137209"/>
                </a:lnTo>
                <a:lnTo>
                  <a:pt x="0" y="613720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4335907" y="321628"/>
            <a:ext cx="9616186" cy="10782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820"/>
              </a:lnSpc>
            </a:pPr>
            <a:r>
              <a:rPr lang="en-US" sz="6300">
                <a:solidFill>
                  <a:srgbClr val="3B365F"/>
                </a:solidFill>
                <a:latin typeface="TAN Headline"/>
                <a:ea typeface="TAN Headline"/>
                <a:cs typeface="TAN Headline"/>
                <a:sym typeface="TAN Headline"/>
              </a:rPr>
              <a:t>Appendix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2565401" y="1746516"/>
            <a:ext cx="5004474" cy="14128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9"/>
              </a:lnSpc>
            </a:pPr>
            <a:r>
              <a:rPr lang="en-US" sz="3999">
                <a:solidFill>
                  <a:srgbClr val="3B365F"/>
                </a:solidFill>
                <a:latin typeface="Coco Gothic"/>
                <a:ea typeface="Coco Gothic"/>
                <a:cs typeface="Coco Gothic"/>
                <a:sym typeface="Coco Gothic"/>
              </a:rPr>
              <a:t>Logistic Regression Confusion Matrix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383517" y="1746516"/>
            <a:ext cx="5004474" cy="14128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9"/>
              </a:lnSpc>
            </a:pPr>
            <a:r>
              <a:rPr lang="en-US" sz="3999">
                <a:solidFill>
                  <a:srgbClr val="3B365F"/>
                </a:solidFill>
                <a:latin typeface="Coco Gothic"/>
                <a:ea typeface="Coco Gothic"/>
                <a:cs typeface="Coco Gothic"/>
                <a:sym typeface="Coco Gothic"/>
              </a:rPr>
              <a:t>Random Forest Confusion Matrix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0F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633884" y="3607067"/>
            <a:ext cx="6867507" cy="4584061"/>
          </a:xfrm>
          <a:custGeom>
            <a:avLst/>
            <a:gdLst/>
            <a:ahLst/>
            <a:cxnLst/>
            <a:rect r="r" b="b" t="t" l="l"/>
            <a:pathLst>
              <a:path h="4584061" w="6867507">
                <a:moveTo>
                  <a:pt x="0" y="0"/>
                </a:moveTo>
                <a:lnTo>
                  <a:pt x="6867507" y="0"/>
                </a:lnTo>
                <a:lnTo>
                  <a:pt x="6867507" y="4584061"/>
                </a:lnTo>
                <a:lnTo>
                  <a:pt x="0" y="458406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9666969" y="3607067"/>
            <a:ext cx="6548658" cy="4584061"/>
          </a:xfrm>
          <a:custGeom>
            <a:avLst/>
            <a:gdLst/>
            <a:ahLst/>
            <a:cxnLst/>
            <a:rect r="r" b="b" t="t" l="l"/>
            <a:pathLst>
              <a:path h="4584061" w="6548658">
                <a:moveTo>
                  <a:pt x="0" y="0"/>
                </a:moveTo>
                <a:lnTo>
                  <a:pt x="6548658" y="0"/>
                </a:lnTo>
                <a:lnTo>
                  <a:pt x="6548658" y="4584061"/>
                </a:lnTo>
                <a:lnTo>
                  <a:pt x="0" y="458406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4335907" y="321628"/>
            <a:ext cx="9616186" cy="10782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820"/>
              </a:lnSpc>
            </a:pPr>
            <a:r>
              <a:rPr lang="en-US" sz="6300">
                <a:solidFill>
                  <a:srgbClr val="3B365F"/>
                </a:solidFill>
                <a:latin typeface="TAN Headline"/>
                <a:ea typeface="TAN Headline"/>
                <a:cs typeface="TAN Headline"/>
                <a:sym typeface="TAN Headline"/>
              </a:rPr>
              <a:t>Appendix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2565401" y="1746516"/>
            <a:ext cx="5004474" cy="14128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9"/>
              </a:lnSpc>
            </a:pPr>
            <a:r>
              <a:rPr lang="en-US" sz="3999">
                <a:solidFill>
                  <a:srgbClr val="3B365F"/>
                </a:solidFill>
                <a:latin typeface="Coco Gothic"/>
                <a:ea typeface="Coco Gothic"/>
                <a:cs typeface="Coco Gothic"/>
                <a:sym typeface="Coco Gothic"/>
              </a:rPr>
              <a:t>ROC Curve for Logistic Regression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383517" y="1746516"/>
            <a:ext cx="5004474" cy="14128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9"/>
              </a:lnSpc>
            </a:pPr>
            <a:r>
              <a:rPr lang="en-US" sz="3999">
                <a:solidFill>
                  <a:srgbClr val="3B365F"/>
                </a:solidFill>
                <a:latin typeface="Coco Gothic"/>
                <a:ea typeface="Coco Gothic"/>
                <a:cs typeface="Coco Gothic"/>
                <a:sym typeface="Coco Gothic"/>
              </a:rPr>
              <a:t>ROC Curve for Random Forest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DAGTJPtFRHo</dc:identifier>
  <dcterms:modified xsi:type="dcterms:W3CDTF">2011-08-01T06:04:30Z</dcterms:modified>
  <cp:revision>1</cp:revision>
  <dc:title>Data Driven Decision Making PPT</dc:title>
</cp:coreProperties>
</file>